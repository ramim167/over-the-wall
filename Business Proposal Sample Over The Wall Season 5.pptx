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Lst>
  <p:notesMasterIdLst>
    <p:notesMasterId r:id="rId21"/>
  </p:notesMasterIdLst>
  <p:sldIdLst>
    <p:sldId id="2123259325" r:id="rId3"/>
    <p:sldId id="2123259324" r:id="rId4"/>
    <p:sldId id="2123259319" r:id="rId5"/>
    <p:sldId id="2123259322" r:id="rId6"/>
    <p:sldId id="274" r:id="rId7"/>
    <p:sldId id="2123259323" r:id="rId8"/>
    <p:sldId id="263" r:id="rId9"/>
    <p:sldId id="265" r:id="rId10"/>
    <p:sldId id="266" r:id="rId11"/>
    <p:sldId id="267" r:id="rId12"/>
    <p:sldId id="268" r:id="rId13"/>
    <p:sldId id="2123259320" r:id="rId14"/>
    <p:sldId id="269" r:id="rId15"/>
    <p:sldId id="270" r:id="rId16"/>
    <p:sldId id="264" r:id="rId17"/>
    <p:sldId id="212325932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277DC1-F38E-4370-BFFA-E714A176C513}" v="46" dt="2022-09-21T08:45:57.3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0" autoAdjust="0"/>
    <p:restoredTop sz="94660"/>
  </p:normalViewPr>
  <p:slideViewPr>
    <p:cSldViewPr snapToGrid="0">
      <p:cViewPr>
        <p:scale>
          <a:sx n="33" d="100"/>
          <a:sy n="33" d="100"/>
        </p:scale>
        <p:origin x="1756" y="10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Tasbirul Alam Abir - Marico Bangladesh Limited" userId="59081327-dee6-44b2-8117-5498507a22bc" providerId="ADAL" clId="{90277DC1-F38E-4370-BFFA-E714A176C513}"/>
    <pc:docChg chg="undo redo custSel addSld delSld modSld sldOrd addMainMaster delMainMaster">
      <pc:chgData name="Md. Tasbirul Alam Abir - Marico Bangladesh Limited" userId="59081327-dee6-44b2-8117-5498507a22bc" providerId="ADAL" clId="{90277DC1-F38E-4370-BFFA-E714A176C513}" dt="2022-09-21T09:32:01.105" v="1767" actId="20577"/>
      <pc:docMkLst>
        <pc:docMk/>
      </pc:docMkLst>
      <pc:sldChg chg="addSp delSp modSp del mod modClrScheme chgLayout">
        <pc:chgData name="Md. Tasbirul Alam Abir - Marico Bangladesh Limited" userId="59081327-dee6-44b2-8117-5498507a22bc" providerId="ADAL" clId="{90277DC1-F38E-4370-BFFA-E714A176C513}" dt="2022-09-21T07:32:31.657" v="225" actId="47"/>
        <pc:sldMkLst>
          <pc:docMk/>
          <pc:sldMk cId="3185191150" sldId="261"/>
        </pc:sldMkLst>
        <pc:spChg chg="mod ord">
          <ac:chgData name="Md. Tasbirul Alam Abir - Marico Bangladesh Limited" userId="59081327-dee6-44b2-8117-5498507a22bc" providerId="ADAL" clId="{90277DC1-F38E-4370-BFFA-E714A176C513}" dt="2022-09-21T07:21:54.444" v="207" actId="108"/>
          <ac:spMkLst>
            <pc:docMk/>
            <pc:sldMk cId="3185191150" sldId="261"/>
            <ac:spMk id="2" creationId="{00000000-0000-0000-0000-000000000000}"/>
          </ac:spMkLst>
        </pc:spChg>
        <pc:spChg chg="mod ord">
          <ac:chgData name="Md. Tasbirul Alam Abir - Marico Bangladesh Limited" userId="59081327-dee6-44b2-8117-5498507a22bc" providerId="ADAL" clId="{90277DC1-F38E-4370-BFFA-E714A176C513}" dt="2022-09-21T07:00:40.599" v="102" actId="700"/>
          <ac:spMkLst>
            <pc:docMk/>
            <pc:sldMk cId="3185191150" sldId="261"/>
            <ac:spMk id="3" creationId="{00000000-0000-0000-0000-000000000000}"/>
          </ac:spMkLst>
        </pc:spChg>
        <pc:spChg chg="del mod">
          <ac:chgData name="Md. Tasbirul Alam Abir - Marico Bangladesh Limited" userId="59081327-dee6-44b2-8117-5498507a22bc" providerId="ADAL" clId="{90277DC1-F38E-4370-BFFA-E714A176C513}" dt="2022-09-21T07:20:57.242" v="193" actId="478"/>
          <ac:spMkLst>
            <pc:docMk/>
            <pc:sldMk cId="3185191150" sldId="261"/>
            <ac:spMk id="4" creationId="{00000000-0000-0000-0000-000000000000}"/>
          </ac:spMkLst>
        </pc:spChg>
        <pc:picChg chg="add mod">
          <ac:chgData name="Md. Tasbirul Alam Abir - Marico Bangladesh Limited" userId="59081327-dee6-44b2-8117-5498507a22bc" providerId="ADAL" clId="{90277DC1-F38E-4370-BFFA-E714A176C513}" dt="2022-09-21T07:09:59.156" v="127"/>
          <ac:picMkLst>
            <pc:docMk/>
            <pc:sldMk cId="3185191150" sldId="261"/>
            <ac:picMk id="5" creationId="{336C8DC3-6087-48B8-8EED-BB5EB2F58BF1}"/>
          </ac:picMkLst>
        </pc:picChg>
      </pc:sldChg>
      <pc:sldChg chg="addSp delSp modSp del mod modClrScheme chgLayout">
        <pc:chgData name="Md. Tasbirul Alam Abir - Marico Bangladesh Limited" userId="59081327-dee6-44b2-8117-5498507a22bc" providerId="ADAL" clId="{90277DC1-F38E-4370-BFFA-E714A176C513}" dt="2022-09-21T07:33:27.724" v="231" actId="47"/>
        <pc:sldMkLst>
          <pc:docMk/>
          <pc:sldMk cId="437644497" sldId="262"/>
        </pc:sldMkLst>
        <pc:spChg chg="mod ord">
          <ac:chgData name="Md. Tasbirul Alam Abir - Marico Bangladesh Limited" userId="59081327-dee6-44b2-8117-5498507a22bc" providerId="ADAL" clId="{90277DC1-F38E-4370-BFFA-E714A176C513}" dt="2022-09-21T07:32:45.560" v="227" actId="1076"/>
          <ac:spMkLst>
            <pc:docMk/>
            <pc:sldMk cId="437644497" sldId="262"/>
            <ac:spMk id="2" creationId="{00000000-0000-0000-0000-000000000000}"/>
          </ac:spMkLst>
        </pc:spChg>
        <pc:spChg chg="mod ord">
          <ac:chgData name="Md. Tasbirul Alam Abir - Marico Bangladesh Limited" userId="59081327-dee6-44b2-8117-5498507a22bc" providerId="ADAL" clId="{90277DC1-F38E-4370-BFFA-E714A176C513}" dt="2022-09-21T07:00:40.599" v="102" actId="700"/>
          <ac:spMkLst>
            <pc:docMk/>
            <pc:sldMk cId="437644497" sldId="262"/>
            <ac:spMk id="3" creationId="{00000000-0000-0000-0000-000000000000}"/>
          </ac:spMkLst>
        </pc:spChg>
        <pc:spChg chg="del mod">
          <ac:chgData name="Md. Tasbirul Alam Abir - Marico Bangladesh Limited" userId="59081327-dee6-44b2-8117-5498507a22bc" providerId="ADAL" clId="{90277DC1-F38E-4370-BFFA-E714A176C513}" dt="2022-09-21T07:21:07.881" v="195" actId="478"/>
          <ac:spMkLst>
            <pc:docMk/>
            <pc:sldMk cId="437644497" sldId="262"/>
            <ac:spMk id="4" creationId="{00000000-0000-0000-0000-000000000000}"/>
          </ac:spMkLst>
        </pc:spChg>
        <pc:picChg chg="add mod">
          <ac:chgData name="Md. Tasbirul Alam Abir - Marico Bangladesh Limited" userId="59081327-dee6-44b2-8117-5498507a22bc" providerId="ADAL" clId="{90277DC1-F38E-4370-BFFA-E714A176C513}" dt="2022-09-21T07:10:01.085" v="128"/>
          <ac:picMkLst>
            <pc:docMk/>
            <pc:sldMk cId="437644497" sldId="262"/>
            <ac:picMk id="5" creationId="{511043E8-C652-4E50-A034-2B303E8E89E0}"/>
          </ac:picMkLst>
        </pc:picChg>
      </pc:sldChg>
      <pc:sldChg chg="addSp delSp modSp mod modClrScheme chgLayout">
        <pc:chgData name="Md. Tasbirul Alam Abir - Marico Bangladesh Limited" userId="59081327-dee6-44b2-8117-5498507a22bc" providerId="ADAL" clId="{90277DC1-F38E-4370-BFFA-E714A176C513}" dt="2022-09-21T08:33:54.633" v="526" actId="20577"/>
        <pc:sldMkLst>
          <pc:docMk/>
          <pc:sldMk cId="1196153336" sldId="263"/>
        </pc:sldMkLst>
        <pc:spChg chg="del mod ord">
          <ac:chgData name="Md. Tasbirul Alam Abir - Marico Bangladesh Limited" userId="59081327-dee6-44b2-8117-5498507a22bc" providerId="ADAL" clId="{90277DC1-F38E-4370-BFFA-E714A176C513}" dt="2022-09-21T08:30:54.249" v="428" actId="478"/>
          <ac:spMkLst>
            <pc:docMk/>
            <pc:sldMk cId="1196153336" sldId="263"/>
            <ac:spMk id="2" creationId="{00000000-0000-0000-0000-000000000000}"/>
          </ac:spMkLst>
        </pc:spChg>
        <pc:spChg chg="del mod ord">
          <ac:chgData name="Md. Tasbirul Alam Abir - Marico Bangladesh Limited" userId="59081327-dee6-44b2-8117-5498507a22bc" providerId="ADAL" clId="{90277DC1-F38E-4370-BFFA-E714A176C513}" dt="2022-09-21T08:30:47.690" v="426" actId="478"/>
          <ac:spMkLst>
            <pc:docMk/>
            <pc:sldMk cId="1196153336" sldId="263"/>
            <ac:spMk id="3" creationId="{00000000-0000-0000-0000-000000000000}"/>
          </ac:spMkLst>
        </pc:spChg>
        <pc:spChg chg="del mod">
          <ac:chgData name="Md. Tasbirul Alam Abir - Marico Bangladesh Limited" userId="59081327-dee6-44b2-8117-5498507a22bc" providerId="ADAL" clId="{90277DC1-F38E-4370-BFFA-E714A176C513}" dt="2022-09-21T07:21:11.821" v="197" actId="478"/>
          <ac:spMkLst>
            <pc:docMk/>
            <pc:sldMk cId="1196153336" sldId="263"/>
            <ac:spMk id="4" creationId="{00000000-0000-0000-0000-000000000000}"/>
          </ac:spMkLst>
        </pc:spChg>
        <pc:spChg chg="add mod">
          <ac:chgData name="Md. Tasbirul Alam Abir - Marico Bangladesh Limited" userId="59081327-dee6-44b2-8117-5498507a22bc" providerId="ADAL" clId="{90277DC1-F38E-4370-BFFA-E714A176C513}" dt="2022-09-21T08:30:52.175" v="427"/>
          <ac:spMkLst>
            <pc:docMk/>
            <pc:sldMk cId="1196153336" sldId="263"/>
            <ac:spMk id="6" creationId="{FE7280B2-729E-4781-98D5-D2C84A7C3B70}"/>
          </ac:spMkLst>
        </pc:spChg>
        <pc:spChg chg="add mod">
          <ac:chgData name="Md. Tasbirul Alam Abir - Marico Bangladesh Limited" userId="59081327-dee6-44b2-8117-5498507a22bc" providerId="ADAL" clId="{90277DC1-F38E-4370-BFFA-E714A176C513}" dt="2022-09-21T08:33:54.633" v="526" actId="20577"/>
          <ac:spMkLst>
            <pc:docMk/>
            <pc:sldMk cId="1196153336" sldId="263"/>
            <ac:spMk id="7" creationId="{A4945083-4DDF-4604-A345-B3274CD7AB4D}"/>
          </ac:spMkLst>
        </pc:spChg>
        <pc:picChg chg="add mod">
          <ac:chgData name="Md. Tasbirul Alam Abir - Marico Bangladesh Limited" userId="59081327-dee6-44b2-8117-5498507a22bc" providerId="ADAL" clId="{90277DC1-F38E-4370-BFFA-E714A176C513}" dt="2022-09-21T07:10:03.757" v="129"/>
          <ac:picMkLst>
            <pc:docMk/>
            <pc:sldMk cId="1196153336" sldId="263"/>
            <ac:picMk id="5" creationId="{5505D2D1-FFF4-4669-86B2-84BF523ADE22}"/>
          </ac:picMkLst>
        </pc:picChg>
      </pc:sldChg>
      <pc:sldChg chg="addSp delSp modSp mod modClrScheme chgLayout">
        <pc:chgData name="Md. Tasbirul Alam Abir - Marico Bangladesh Limited" userId="59081327-dee6-44b2-8117-5498507a22bc" providerId="ADAL" clId="{90277DC1-F38E-4370-BFFA-E714A176C513}" dt="2022-09-21T09:03:18.697" v="744" actId="20577"/>
        <pc:sldMkLst>
          <pc:docMk/>
          <pc:sldMk cId="4202741847" sldId="264"/>
        </pc:sldMkLst>
        <pc:spChg chg="del mod ord">
          <ac:chgData name="Md. Tasbirul Alam Abir - Marico Bangladesh Limited" userId="59081327-dee6-44b2-8117-5498507a22bc" providerId="ADAL" clId="{90277DC1-F38E-4370-BFFA-E714A176C513}" dt="2022-09-21T08:37:56.712" v="607" actId="478"/>
          <ac:spMkLst>
            <pc:docMk/>
            <pc:sldMk cId="4202741847" sldId="264"/>
            <ac:spMk id="2" creationId="{00000000-0000-0000-0000-000000000000}"/>
          </ac:spMkLst>
        </pc:spChg>
        <pc:spChg chg="add del mod ord">
          <ac:chgData name="Md. Tasbirul Alam Abir - Marico Bangladesh Limited" userId="59081327-dee6-44b2-8117-5498507a22bc" providerId="ADAL" clId="{90277DC1-F38E-4370-BFFA-E714A176C513}" dt="2022-09-21T07:00:40.599" v="102" actId="700"/>
          <ac:spMkLst>
            <pc:docMk/>
            <pc:sldMk cId="4202741847" sldId="264"/>
            <ac:spMk id="3" creationId="{00000000-0000-0000-0000-000000000000}"/>
          </ac:spMkLst>
        </pc:spChg>
        <pc:spChg chg="add del mod">
          <ac:chgData name="Md. Tasbirul Alam Abir - Marico Bangladesh Limited" userId="59081327-dee6-44b2-8117-5498507a22bc" providerId="ADAL" clId="{90277DC1-F38E-4370-BFFA-E714A176C513}" dt="2022-09-21T07:21:44.463" v="205" actId="478"/>
          <ac:spMkLst>
            <pc:docMk/>
            <pc:sldMk cId="4202741847" sldId="264"/>
            <ac:spMk id="4" creationId="{00000000-0000-0000-0000-000000000000}"/>
          </ac:spMkLst>
        </pc:spChg>
        <pc:spChg chg="add del mod ord">
          <ac:chgData name="Md. Tasbirul Alam Abir - Marico Bangladesh Limited" userId="59081327-dee6-44b2-8117-5498507a22bc" providerId="ADAL" clId="{90277DC1-F38E-4370-BFFA-E714A176C513}" dt="2022-09-21T07:00:33.864" v="101" actId="700"/>
          <ac:spMkLst>
            <pc:docMk/>
            <pc:sldMk cId="4202741847" sldId="264"/>
            <ac:spMk id="5" creationId="{DE0E3D8F-1CB9-4FA6-B954-230F0465CB72}"/>
          </ac:spMkLst>
        </pc:spChg>
        <pc:spChg chg="add mod">
          <ac:chgData name="Md. Tasbirul Alam Abir - Marico Bangladesh Limited" userId="59081327-dee6-44b2-8117-5498507a22bc" providerId="ADAL" clId="{90277DC1-F38E-4370-BFFA-E714A176C513}" dt="2022-09-21T08:39:50.139" v="642" actId="1076"/>
          <ac:spMkLst>
            <pc:docMk/>
            <pc:sldMk cId="4202741847" sldId="264"/>
            <ac:spMk id="7" creationId="{66178901-95DF-43E3-8A02-3F662D9FBE19}"/>
          </ac:spMkLst>
        </pc:spChg>
        <pc:spChg chg="add mod">
          <ac:chgData name="Md. Tasbirul Alam Abir - Marico Bangladesh Limited" userId="59081327-dee6-44b2-8117-5498507a22bc" providerId="ADAL" clId="{90277DC1-F38E-4370-BFFA-E714A176C513}" dt="2022-09-21T09:03:18.697" v="744" actId="20577"/>
          <ac:spMkLst>
            <pc:docMk/>
            <pc:sldMk cId="4202741847" sldId="264"/>
            <ac:spMk id="8" creationId="{099C12C0-AE9D-48D8-92BE-FD5D95ECA492}"/>
          </ac:spMkLst>
        </pc:spChg>
        <pc:picChg chg="add mod">
          <ac:chgData name="Md. Tasbirul Alam Abir - Marico Bangladesh Limited" userId="59081327-dee6-44b2-8117-5498507a22bc" providerId="ADAL" clId="{90277DC1-F38E-4370-BFFA-E714A176C513}" dt="2022-09-21T07:20:18.329" v="188"/>
          <ac:picMkLst>
            <pc:docMk/>
            <pc:sldMk cId="4202741847" sldId="264"/>
            <ac:picMk id="6" creationId="{83059E47-5C2D-41CB-8D38-81D3BCB1F270}"/>
          </ac:picMkLst>
        </pc:picChg>
      </pc:sldChg>
      <pc:sldChg chg="addSp delSp modSp mod modClrScheme chgLayout">
        <pc:chgData name="Md. Tasbirul Alam Abir - Marico Bangladesh Limited" userId="59081327-dee6-44b2-8117-5498507a22bc" providerId="ADAL" clId="{90277DC1-F38E-4370-BFFA-E714A176C513}" dt="2022-09-21T09:24:24.021" v="1718" actId="20577"/>
        <pc:sldMkLst>
          <pc:docMk/>
          <pc:sldMk cId="3403081127" sldId="265"/>
        </pc:sldMkLst>
        <pc:spChg chg="del mod ord">
          <ac:chgData name="Md. Tasbirul Alam Abir - Marico Bangladesh Limited" userId="59081327-dee6-44b2-8117-5498507a22bc" providerId="ADAL" clId="{90277DC1-F38E-4370-BFFA-E714A176C513}" dt="2022-09-21T08:34:19.318" v="533" actId="478"/>
          <ac:spMkLst>
            <pc:docMk/>
            <pc:sldMk cId="3403081127" sldId="265"/>
            <ac:spMk id="2" creationId="{00000000-0000-0000-0000-000000000000}"/>
          </ac:spMkLst>
        </pc:spChg>
        <pc:spChg chg="del mod ord">
          <ac:chgData name="Md. Tasbirul Alam Abir - Marico Bangladesh Limited" userId="59081327-dee6-44b2-8117-5498507a22bc" providerId="ADAL" clId="{90277DC1-F38E-4370-BFFA-E714A176C513}" dt="2022-09-21T08:34:19.318" v="533" actId="478"/>
          <ac:spMkLst>
            <pc:docMk/>
            <pc:sldMk cId="3403081127" sldId="265"/>
            <ac:spMk id="3" creationId="{00000000-0000-0000-0000-000000000000}"/>
          </ac:spMkLst>
        </pc:spChg>
        <pc:spChg chg="del mod">
          <ac:chgData name="Md. Tasbirul Alam Abir - Marico Bangladesh Limited" userId="59081327-dee6-44b2-8117-5498507a22bc" providerId="ADAL" clId="{90277DC1-F38E-4370-BFFA-E714A176C513}" dt="2022-09-21T07:17:27.192" v="132" actId="478"/>
          <ac:spMkLst>
            <pc:docMk/>
            <pc:sldMk cId="3403081127" sldId="265"/>
            <ac:spMk id="4" creationId="{00000000-0000-0000-0000-000000000000}"/>
          </ac:spMkLst>
        </pc:spChg>
        <pc:spChg chg="add del mod">
          <ac:chgData name="Md. Tasbirul Alam Abir - Marico Bangladesh Limited" userId="59081327-dee6-44b2-8117-5498507a22bc" providerId="ADAL" clId="{90277DC1-F38E-4370-BFFA-E714A176C513}" dt="2022-09-21T08:34:39.111" v="535" actId="21"/>
          <ac:spMkLst>
            <pc:docMk/>
            <pc:sldMk cId="3403081127" sldId="265"/>
            <ac:spMk id="6" creationId="{FA1889C2-C551-4455-AA5E-9B10CC32EE90}"/>
          </ac:spMkLst>
        </pc:spChg>
        <pc:spChg chg="add del mod">
          <ac:chgData name="Md. Tasbirul Alam Abir - Marico Bangladesh Limited" userId="59081327-dee6-44b2-8117-5498507a22bc" providerId="ADAL" clId="{90277DC1-F38E-4370-BFFA-E714A176C513}" dt="2022-09-21T09:24:24.021" v="1718" actId="20577"/>
          <ac:spMkLst>
            <pc:docMk/>
            <pc:sldMk cId="3403081127" sldId="265"/>
            <ac:spMk id="7" creationId="{3C3508C7-49AF-42BD-987C-71D94536B218}"/>
          </ac:spMkLst>
        </pc:spChg>
        <pc:picChg chg="add mod">
          <ac:chgData name="Md. Tasbirul Alam Abir - Marico Bangladesh Limited" userId="59081327-dee6-44b2-8117-5498507a22bc" providerId="ADAL" clId="{90277DC1-F38E-4370-BFFA-E714A176C513}" dt="2022-09-21T07:10:05.057" v="130"/>
          <ac:picMkLst>
            <pc:docMk/>
            <pc:sldMk cId="3403081127" sldId="265"/>
            <ac:picMk id="5" creationId="{FB7E9396-9234-49E6-8540-8B90B1968C6B}"/>
          </ac:picMkLst>
        </pc:picChg>
      </pc:sldChg>
      <pc:sldChg chg="addSp delSp modSp mod modClrScheme chgLayout">
        <pc:chgData name="Md. Tasbirul Alam Abir - Marico Bangladesh Limited" userId="59081327-dee6-44b2-8117-5498507a22bc" providerId="ADAL" clId="{90277DC1-F38E-4370-BFFA-E714A176C513}" dt="2022-09-21T09:25:43.256" v="1719"/>
        <pc:sldMkLst>
          <pc:docMk/>
          <pc:sldMk cId="1889857762" sldId="266"/>
        </pc:sldMkLst>
        <pc:spChg chg="add del mod ord">
          <ac:chgData name="Md. Tasbirul Alam Abir - Marico Bangladesh Limited" userId="59081327-dee6-44b2-8117-5498507a22bc" providerId="ADAL" clId="{90277DC1-F38E-4370-BFFA-E714A176C513}" dt="2022-09-21T08:35:16.428" v="542" actId="478"/>
          <ac:spMkLst>
            <pc:docMk/>
            <pc:sldMk cId="1889857762" sldId="266"/>
            <ac:spMk id="2" creationId="{00000000-0000-0000-0000-000000000000}"/>
          </ac:spMkLst>
        </pc:spChg>
        <pc:spChg chg="add del mod ord">
          <ac:chgData name="Md. Tasbirul Alam Abir - Marico Bangladesh Limited" userId="59081327-dee6-44b2-8117-5498507a22bc" providerId="ADAL" clId="{90277DC1-F38E-4370-BFFA-E714A176C513}" dt="2022-09-21T08:35:16.428" v="542" actId="478"/>
          <ac:spMkLst>
            <pc:docMk/>
            <pc:sldMk cId="1889857762" sldId="266"/>
            <ac:spMk id="3" creationId="{00000000-0000-0000-0000-000000000000}"/>
          </ac:spMkLst>
        </pc:spChg>
        <pc:spChg chg="del mod">
          <ac:chgData name="Md. Tasbirul Alam Abir - Marico Bangladesh Limited" userId="59081327-dee6-44b2-8117-5498507a22bc" providerId="ADAL" clId="{90277DC1-F38E-4370-BFFA-E714A176C513}" dt="2022-09-21T07:17:32.328" v="134" actId="478"/>
          <ac:spMkLst>
            <pc:docMk/>
            <pc:sldMk cId="1889857762" sldId="266"/>
            <ac:spMk id="4" creationId="{00000000-0000-0000-0000-000000000000}"/>
          </ac:spMkLst>
        </pc:spChg>
        <pc:spChg chg="add mod">
          <ac:chgData name="Md. Tasbirul Alam Abir - Marico Bangladesh Limited" userId="59081327-dee6-44b2-8117-5498507a22bc" providerId="ADAL" clId="{90277DC1-F38E-4370-BFFA-E714A176C513}" dt="2022-09-21T08:35:18.966" v="543" actId="1076"/>
          <ac:spMkLst>
            <pc:docMk/>
            <pc:sldMk cId="1889857762" sldId="266"/>
            <ac:spMk id="6" creationId="{CE4C6369-78FF-4094-8B01-72CF4B280D65}"/>
          </ac:spMkLst>
        </pc:spChg>
        <pc:spChg chg="add mod">
          <ac:chgData name="Md. Tasbirul Alam Abir - Marico Bangladesh Limited" userId="59081327-dee6-44b2-8117-5498507a22bc" providerId="ADAL" clId="{90277DC1-F38E-4370-BFFA-E714A176C513}" dt="2022-09-21T09:25:43.256" v="1719"/>
          <ac:spMkLst>
            <pc:docMk/>
            <pc:sldMk cId="1889857762" sldId="266"/>
            <ac:spMk id="7" creationId="{10E37B40-CB97-41C4-9F1B-F083901C7055}"/>
          </ac:spMkLst>
        </pc:spChg>
        <pc:picChg chg="add mod">
          <ac:chgData name="Md. Tasbirul Alam Abir - Marico Bangladesh Limited" userId="59081327-dee6-44b2-8117-5498507a22bc" providerId="ADAL" clId="{90277DC1-F38E-4370-BFFA-E714A176C513}" dt="2022-09-21T07:20:04.556" v="183"/>
          <ac:picMkLst>
            <pc:docMk/>
            <pc:sldMk cId="1889857762" sldId="266"/>
            <ac:picMk id="5" creationId="{6A20473A-21AB-401A-967A-A1FADE11BA94}"/>
          </ac:picMkLst>
        </pc:picChg>
      </pc:sldChg>
      <pc:sldChg chg="addSp delSp modSp mod modClrScheme chgLayout">
        <pc:chgData name="Md. Tasbirul Alam Abir - Marico Bangladesh Limited" userId="59081327-dee6-44b2-8117-5498507a22bc" providerId="ADAL" clId="{90277DC1-F38E-4370-BFFA-E714A176C513}" dt="2022-09-21T08:35:36.211" v="548" actId="478"/>
        <pc:sldMkLst>
          <pc:docMk/>
          <pc:sldMk cId="2405435121" sldId="267"/>
        </pc:sldMkLst>
        <pc:spChg chg="del mod ord">
          <ac:chgData name="Md. Tasbirul Alam Abir - Marico Bangladesh Limited" userId="59081327-dee6-44b2-8117-5498507a22bc" providerId="ADAL" clId="{90277DC1-F38E-4370-BFFA-E714A176C513}" dt="2022-09-21T08:35:36.211" v="548" actId="478"/>
          <ac:spMkLst>
            <pc:docMk/>
            <pc:sldMk cId="2405435121" sldId="267"/>
            <ac:spMk id="2" creationId="{00000000-0000-0000-0000-000000000000}"/>
          </ac:spMkLst>
        </pc:spChg>
        <pc:spChg chg="del mod ord">
          <ac:chgData name="Md. Tasbirul Alam Abir - Marico Bangladesh Limited" userId="59081327-dee6-44b2-8117-5498507a22bc" providerId="ADAL" clId="{90277DC1-F38E-4370-BFFA-E714A176C513}" dt="2022-09-21T08:35:36.211" v="548" actId="478"/>
          <ac:spMkLst>
            <pc:docMk/>
            <pc:sldMk cId="2405435121" sldId="267"/>
            <ac:spMk id="3" creationId="{00000000-0000-0000-0000-000000000000}"/>
          </ac:spMkLst>
        </pc:spChg>
        <pc:spChg chg="del mod">
          <ac:chgData name="Md. Tasbirul Alam Abir - Marico Bangladesh Limited" userId="59081327-dee6-44b2-8117-5498507a22bc" providerId="ADAL" clId="{90277DC1-F38E-4370-BFFA-E714A176C513}" dt="2022-09-21T07:17:35.287" v="136" actId="478"/>
          <ac:spMkLst>
            <pc:docMk/>
            <pc:sldMk cId="2405435121" sldId="267"/>
            <ac:spMk id="4" creationId="{00000000-0000-0000-0000-000000000000}"/>
          </ac:spMkLst>
        </pc:spChg>
        <pc:spChg chg="add mod">
          <ac:chgData name="Md. Tasbirul Alam Abir - Marico Bangladesh Limited" userId="59081327-dee6-44b2-8117-5498507a22bc" providerId="ADAL" clId="{90277DC1-F38E-4370-BFFA-E714A176C513}" dt="2022-09-21T08:35:29.740" v="545"/>
          <ac:spMkLst>
            <pc:docMk/>
            <pc:sldMk cId="2405435121" sldId="267"/>
            <ac:spMk id="6" creationId="{4BCAC97C-A55D-44BD-BA99-F1B3F4C31569}"/>
          </ac:spMkLst>
        </pc:spChg>
        <pc:spChg chg="add mod">
          <ac:chgData name="Md. Tasbirul Alam Abir - Marico Bangladesh Limited" userId="59081327-dee6-44b2-8117-5498507a22bc" providerId="ADAL" clId="{90277DC1-F38E-4370-BFFA-E714A176C513}" dt="2022-09-21T08:35:33.582" v="546"/>
          <ac:spMkLst>
            <pc:docMk/>
            <pc:sldMk cId="2405435121" sldId="267"/>
            <ac:spMk id="7" creationId="{58D91ADB-0828-4D18-A337-F35D689A535E}"/>
          </ac:spMkLst>
        </pc:spChg>
        <pc:picChg chg="add mod">
          <ac:chgData name="Md. Tasbirul Alam Abir - Marico Bangladesh Limited" userId="59081327-dee6-44b2-8117-5498507a22bc" providerId="ADAL" clId="{90277DC1-F38E-4370-BFFA-E714A176C513}" dt="2022-09-21T07:20:05.921" v="184"/>
          <ac:picMkLst>
            <pc:docMk/>
            <pc:sldMk cId="2405435121" sldId="267"/>
            <ac:picMk id="5" creationId="{E51DE68E-6ADB-474B-B0F8-987BDFF7BA38}"/>
          </ac:picMkLst>
        </pc:picChg>
      </pc:sldChg>
      <pc:sldChg chg="addSp delSp modSp mod modClrScheme chgLayout">
        <pc:chgData name="Md. Tasbirul Alam Abir - Marico Bangladesh Limited" userId="59081327-dee6-44b2-8117-5498507a22bc" providerId="ADAL" clId="{90277DC1-F38E-4370-BFFA-E714A176C513}" dt="2022-09-21T08:36:36.329" v="558" actId="1076"/>
        <pc:sldMkLst>
          <pc:docMk/>
          <pc:sldMk cId="2913475225" sldId="268"/>
        </pc:sldMkLst>
        <pc:spChg chg="del mod ord">
          <ac:chgData name="Md. Tasbirul Alam Abir - Marico Bangladesh Limited" userId="59081327-dee6-44b2-8117-5498507a22bc" providerId="ADAL" clId="{90277DC1-F38E-4370-BFFA-E714A176C513}" dt="2022-09-21T08:35:55.376" v="553" actId="478"/>
          <ac:spMkLst>
            <pc:docMk/>
            <pc:sldMk cId="2913475225" sldId="268"/>
            <ac:spMk id="2" creationId="{00000000-0000-0000-0000-000000000000}"/>
          </ac:spMkLst>
        </pc:spChg>
        <pc:spChg chg="del mod ord">
          <ac:chgData name="Md. Tasbirul Alam Abir - Marico Bangladesh Limited" userId="59081327-dee6-44b2-8117-5498507a22bc" providerId="ADAL" clId="{90277DC1-F38E-4370-BFFA-E714A176C513}" dt="2022-09-21T08:35:55.376" v="553" actId="478"/>
          <ac:spMkLst>
            <pc:docMk/>
            <pc:sldMk cId="2913475225" sldId="268"/>
            <ac:spMk id="3" creationId="{00000000-0000-0000-0000-000000000000}"/>
          </ac:spMkLst>
        </pc:spChg>
        <pc:spChg chg="del mod">
          <ac:chgData name="Md. Tasbirul Alam Abir - Marico Bangladesh Limited" userId="59081327-dee6-44b2-8117-5498507a22bc" providerId="ADAL" clId="{90277DC1-F38E-4370-BFFA-E714A176C513}" dt="2022-09-21T07:17:38.741" v="138" actId="478"/>
          <ac:spMkLst>
            <pc:docMk/>
            <pc:sldMk cId="2913475225" sldId="268"/>
            <ac:spMk id="4" creationId="{00000000-0000-0000-0000-000000000000}"/>
          </ac:spMkLst>
        </pc:spChg>
        <pc:spChg chg="add mod">
          <ac:chgData name="Md. Tasbirul Alam Abir - Marico Bangladesh Limited" userId="59081327-dee6-44b2-8117-5498507a22bc" providerId="ADAL" clId="{90277DC1-F38E-4370-BFFA-E714A176C513}" dt="2022-09-21T08:36:36.329" v="558" actId="1076"/>
          <ac:spMkLst>
            <pc:docMk/>
            <pc:sldMk cId="2913475225" sldId="268"/>
            <ac:spMk id="6" creationId="{EF77D352-65EF-4F34-AF93-4B519B512752}"/>
          </ac:spMkLst>
        </pc:spChg>
        <pc:spChg chg="add mod">
          <ac:chgData name="Md. Tasbirul Alam Abir - Marico Bangladesh Limited" userId="59081327-dee6-44b2-8117-5498507a22bc" providerId="ADAL" clId="{90277DC1-F38E-4370-BFFA-E714A176C513}" dt="2022-09-21T08:36:14.299" v="557" actId="20577"/>
          <ac:spMkLst>
            <pc:docMk/>
            <pc:sldMk cId="2913475225" sldId="268"/>
            <ac:spMk id="7" creationId="{E693DD14-3E74-48F2-874A-638D8A64FE9C}"/>
          </ac:spMkLst>
        </pc:spChg>
        <pc:picChg chg="add mod">
          <ac:chgData name="Md. Tasbirul Alam Abir - Marico Bangladesh Limited" userId="59081327-dee6-44b2-8117-5498507a22bc" providerId="ADAL" clId="{90277DC1-F38E-4370-BFFA-E714A176C513}" dt="2022-09-21T07:20:09.509" v="185"/>
          <ac:picMkLst>
            <pc:docMk/>
            <pc:sldMk cId="2913475225" sldId="268"/>
            <ac:picMk id="5" creationId="{ABEE0AD3-4363-4B1E-9DEF-0F9082B3DF04}"/>
          </ac:picMkLst>
        </pc:picChg>
      </pc:sldChg>
      <pc:sldChg chg="addSp delSp modSp mod modClrScheme chgLayout">
        <pc:chgData name="Md. Tasbirul Alam Abir - Marico Bangladesh Limited" userId="59081327-dee6-44b2-8117-5498507a22bc" providerId="ADAL" clId="{90277DC1-F38E-4370-BFFA-E714A176C513}" dt="2022-09-21T08:37:15.050" v="594" actId="20577"/>
        <pc:sldMkLst>
          <pc:docMk/>
          <pc:sldMk cId="1698658799" sldId="269"/>
        </pc:sldMkLst>
        <pc:spChg chg="del mod ord">
          <ac:chgData name="Md. Tasbirul Alam Abir - Marico Bangladesh Limited" userId="59081327-dee6-44b2-8117-5498507a22bc" providerId="ADAL" clId="{90277DC1-F38E-4370-BFFA-E714A176C513}" dt="2022-09-21T08:36:49.959" v="563" actId="478"/>
          <ac:spMkLst>
            <pc:docMk/>
            <pc:sldMk cId="1698658799" sldId="269"/>
            <ac:spMk id="2" creationId="{00000000-0000-0000-0000-000000000000}"/>
          </ac:spMkLst>
        </pc:spChg>
        <pc:spChg chg="del mod ord">
          <ac:chgData name="Md. Tasbirul Alam Abir - Marico Bangladesh Limited" userId="59081327-dee6-44b2-8117-5498507a22bc" providerId="ADAL" clId="{90277DC1-F38E-4370-BFFA-E714A176C513}" dt="2022-09-21T08:36:49.959" v="563" actId="478"/>
          <ac:spMkLst>
            <pc:docMk/>
            <pc:sldMk cId="1698658799" sldId="269"/>
            <ac:spMk id="3" creationId="{00000000-0000-0000-0000-000000000000}"/>
          </ac:spMkLst>
        </pc:spChg>
        <pc:spChg chg="del mod">
          <ac:chgData name="Md. Tasbirul Alam Abir - Marico Bangladesh Limited" userId="59081327-dee6-44b2-8117-5498507a22bc" providerId="ADAL" clId="{90277DC1-F38E-4370-BFFA-E714A176C513}" dt="2022-09-21T07:21:22.707" v="199" actId="478"/>
          <ac:spMkLst>
            <pc:docMk/>
            <pc:sldMk cId="1698658799" sldId="269"/>
            <ac:spMk id="4" creationId="{00000000-0000-0000-0000-000000000000}"/>
          </ac:spMkLst>
        </pc:spChg>
        <pc:spChg chg="add mod">
          <ac:chgData name="Md. Tasbirul Alam Abir - Marico Bangladesh Limited" userId="59081327-dee6-44b2-8117-5498507a22bc" providerId="ADAL" clId="{90277DC1-F38E-4370-BFFA-E714A176C513}" dt="2022-09-21T08:36:42.334" v="560"/>
          <ac:spMkLst>
            <pc:docMk/>
            <pc:sldMk cId="1698658799" sldId="269"/>
            <ac:spMk id="6" creationId="{23AD6770-0973-4865-8931-E720A2DA3DB0}"/>
          </ac:spMkLst>
        </pc:spChg>
        <pc:spChg chg="add mod">
          <ac:chgData name="Md. Tasbirul Alam Abir - Marico Bangladesh Limited" userId="59081327-dee6-44b2-8117-5498507a22bc" providerId="ADAL" clId="{90277DC1-F38E-4370-BFFA-E714A176C513}" dt="2022-09-21T08:37:15.050" v="594" actId="20577"/>
          <ac:spMkLst>
            <pc:docMk/>
            <pc:sldMk cId="1698658799" sldId="269"/>
            <ac:spMk id="7" creationId="{4E789C19-E748-453B-84FF-431E7F7D2F05}"/>
          </ac:spMkLst>
        </pc:spChg>
        <pc:picChg chg="add mod">
          <ac:chgData name="Md. Tasbirul Alam Abir - Marico Bangladesh Limited" userId="59081327-dee6-44b2-8117-5498507a22bc" providerId="ADAL" clId="{90277DC1-F38E-4370-BFFA-E714A176C513}" dt="2022-09-21T07:20:11.504" v="186"/>
          <ac:picMkLst>
            <pc:docMk/>
            <pc:sldMk cId="1698658799" sldId="269"/>
            <ac:picMk id="5" creationId="{9A1A8F18-AE20-400F-B6EF-C441B0A5F10C}"/>
          </ac:picMkLst>
        </pc:picChg>
      </pc:sldChg>
      <pc:sldChg chg="addSp delSp modSp mod modClrScheme chgLayout">
        <pc:chgData name="Md. Tasbirul Alam Abir - Marico Bangladesh Limited" userId="59081327-dee6-44b2-8117-5498507a22bc" providerId="ADAL" clId="{90277DC1-F38E-4370-BFFA-E714A176C513}" dt="2022-09-21T09:32:01.105" v="1767" actId="20577"/>
        <pc:sldMkLst>
          <pc:docMk/>
          <pc:sldMk cId="1455114471" sldId="270"/>
        </pc:sldMkLst>
        <pc:spChg chg="add del mod ord">
          <ac:chgData name="Md. Tasbirul Alam Abir - Marico Bangladesh Limited" userId="59081327-dee6-44b2-8117-5498507a22bc" providerId="ADAL" clId="{90277DC1-F38E-4370-BFFA-E714A176C513}" dt="2022-09-21T08:37:39.269" v="601" actId="478"/>
          <ac:spMkLst>
            <pc:docMk/>
            <pc:sldMk cId="1455114471" sldId="270"/>
            <ac:spMk id="2" creationId="{00000000-0000-0000-0000-000000000000}"/>
          </ac:spMkLst>
        </pc:spChg>
        <pc:spChg chg="add del mod ord">
          <ac:chgData name="Md. Tasbirul Alam Abir - Marico Bangladesh Limited" userId="59081327-dee6-44b2-8117-5498507a22bc" providerId="ADAL" clId="{90277DC1-F38E-4370-BFFA-E714A176C513}" dt="2022-09-21T07:00:40.599" v="102" actId="700"/>
          <ac:spMkLst>
            <pc:docMk/>
            <pc:sldMk cId="1455114471" sldId="270"/>
            <ac:spMk id="3" creationId="{00000000-0000-0000-0000-000000000000}"/>
          </ac:spMkLst>
        </pc:spChg>
        <pc:spChg chg="del mod">
          <ac:chgData name="Md. Tasbirul Alam Abir - Marico Bangladesh Limited" userId="59081327-dee6-44b2-8117-5498507a22bc" providerId="ADAL" clId="{90277DC1-F38E-4370-BFFA-E714A176C513}" dt="2022-09-21T07:21:26.085" v="201" actId="478"/>
          <ac:spMkLst>
            <pc:docMk/>
            <pc:sldMk cId="1455114471" sldId="270"/>
            <ac:spMk id="4" creationId="{00000000-0000-0000-0000-000000000000}"/>
          </ac:spMkLst>
        </pc:spChg>
        <pc:spChg chg="add del mod ord">
          <ac:chgData name="Md. Tasbirul Alam Abir - Marico Bangladesh Limited" userId="59081327-dee6-44b2-8117-5498507a22bc" providerId="ADAL" clId="{90277DC1-F38E-4370-BFFA-E714A176C513}" dt="2022-09-21T07:00:33.864" v="101" actId="700"/>
          <ac:spMkLst>
            <pc:docMk/>
            <pc:sldMk cId="1455114471" sldId="270"/>
            <ac:spMk id="5" creationId="{7215592F-35BF-46DD-A7AD-1EB58F85715D}"/>
          </ac:spMkLst>
        </pc:spChg>
        <pc:spChg chg="add del mod">
          <ac:chgData name="Md. Tasbirul Alam Abir - Marico Bangladesh Limited" userId="59081327-dee6-44b2-8117-5498507a22bc" providerId="ADAL" clId="{90277DC1-F38E-4370-BFFA-E714A176C513}" dt="2022-09-21T08:37:39.269" v="601" actId="478"/>
          <ac:spMkLst>
            <pc:docMk/>
            <pc:sldMk cId="1455114471" sldId="270"/>
            <ac:spMk id="7" creationId="{67BCEBF0-93A1-4514-B901-41441DD3B471}"/>
          </ac:spMkLst>
        </pc:spChg>
        <pc:spChg chg="add mod">
          <ac:chgData name="Md. Tasbirul Alam Abir - Marico Bangladesh Limited" userId="59081327-dee6-44b2-8117-5498507a22bc" providerId="ADAL" clId="{90277DC1-F38E-4370-BFFA-E714A176C513}" dt="2022-09-21T08:37:35.112" v="600"/>
          <ac:spMkLst>
            <pc:docMk/>
            <pc:sldMk cId="1455114471" sldId="270"/>
            <ac:spMk id="8" creationId="{0F107130-2738-4D86-AB94-B60FE0F47394}"/>
          </ac:spMkLst>
        </pc:spChg>
        <pc:spChg chg="add mod">
          <ac:chgData name="Md. Tasbirul Alam Abir - Marico Bangladesh Limited" userId="59081327-dee6-44b2-8117-5498507a22bc" providerId="ADAL" clId="{90277DC1-F38E-4370-BFFA-E714A176C513}" dt="2022-09-21T09:32:01.105" v="1767" actId="20577"/>
          <ac:spMkLst>
            <pc:docMk/>
            <pc:sldMk cId="1455114471" sldId="270"/>
            <ac:spMk id="9" creationId="{675CC4DE-8773-4CFB-AEA2-A47BC25DBF85}"/>
          </ac:spMkLst>
        </pc:spChg>
        <pc:picChg chg="add mod">
          <ac:chgData name="Md. Tasbirul Alam Abir - Marico Bangladesh Limited" userId="59081327-dee6-44b2-8117-5498507a22bc" providerId="ADAL" clId="{90277DC1-F38E-4370-BFFA-E714A176C513}" dt="2022-09-21T07:20:16.688" v="187"/>
          <ac:picMkLst>
            <pc:docMk/>
            <pc:sldMk cId="1455114471" sldId="270"/>
            <ac:picMk id="6" creationId="{20EDB712-0C20-47E0-A0E9-1813C4640989}"/>
          </ac:picMkLst>
        </pc:picChg>
      </pc:sldChg>
      <pc:sldChg chg="addSp delSp modSp del mod ord modClrScheme chgLayout">
        <pc:chgData name="Md. Tasbirul Alam Abir - Marico Bangladesh Limited" userId="59081327-dee6-44b2-8117-5498507a22bc" providerId="ADAL" clId="{90277DC1-F38E-4370-BFFA-E714A176C513}" dt="2022-09-21T07:45:14.331" v="308" actId="47"/>
        <pc:sldMkLst>
          <pc:docMk/>
          <pc:sldMk cId="872543762" sldId="271"/>
        </pc:sldMkLst>
        <pc:spChg chg="mod ord">
          <ac:chgData name="Md. Tasbirul Alam Abir - Marico Bangladesh Limited" userId="59081327-dee6-44b2-8117-5498507a22bc" providerId="ADAL" clId="{90277DC1-F38E-4370-BFFA-E714A176C513}" dt="2022-09-21T07:22:33.491" v="217" actId="108"/>
          <ac:spMkLst>
            <pc:docMk/>
            <pc:sldMk cId="872543762" sldId="271"/>
            <ac:spMk id="2" creationId="{00000000-0000-0000-0000-000000000000}"/>
          </ac:spMkLst>
        </pc:spChg>
        <pc:spChg chg="add del mod ord">
          <ac:chgData name="Md. Tasbirul Alam Abir - Marico Bangladesh Limited" userId="59081327-dee6-44b2-8117-5498507a22bc" providerId="ADAL" clId="{90277DC1-F38E-4370-BFFA-E714A176C513}" dt="2022-09-21T07:00:40.599" v="102" actId="700"/>
          <ac:spMkLst>
            <pc:docMk/>
            <pc:sldMk cId="872543762" sldId="271"/>
            <ac:spMk id="3" creationId="{00000000-0000-0000-0000-000000000000}"/>
          </ac:spMkLst>
        </pc:spChg>
        <pc:spChg chg="del mod">
          <ac:chgData name="Md. Tasbirul Alam Abir - Marico Bangladesh Limited" userId="59081327-dee6-44b2-8117-5498507a22bc" providerId="ADAL" clId="{90277DC1-F38E-4370-BFFA-E714A176C513}" dt="2022-09-21T07:19:00.172" v="150" actId="478"/>
          <ac:spMkLst>
            <pc:docMk/>
            <pc:sldMk cId="872543762" sldId="271"/>
            <ac:spMk id="4" creationId="{00000000-0000-0000-0000-000000000000}"/>
          </ac:spMkLst>
        </pc:spChg>
        <pc:spChg chg="add del mod ord">
          <ac:chgData name="Md. Tasbirul Alam Abir - Marico Bangladesh Limited" userId="59081327-dee6-44b2-8117-5498507a22bc" providerId="ADAL" clId="{90277DC1-F38E-4370-BFFA-E714A176C513}" dt="2022-09-21T07:00:33.864" v="101" actId="700"/>
          <ac:spMkLst>
            <pc:docMk/>
            <pc:sldMk cId="872543762" sldId="271"/>
            <ac:spMk id="5" creationId="{14FBA810-C760-498C-9EA7-60FD122CEC8B}"/>
          </ac:spMkLst>
        </pc:spChg>
        <pc:picChg chg="add mod">
          <ac:chgData name="Md. Tasbirul Alam Abir - Marico Bangladesh Limited" userId="59081327-dee6-44b2-8117-5498507a22bc" providerId="ADAL" clId="{90277DC1-F38E-4370-BFFA-E714A176C513}" dt="2022-09-21T07:20:21.047" v="189"/>
          <ac:picMkLst>
            <pc:docMk/>
            <pc:sldMk cId="872543762" sldId="271"/>
            <ac:picMk id="6" creationId="{BBAB626B-7B18-4586-A7B8-7675DBE02332}"/>
          </ac:picMkLst>
        </pc:picChg>
      </pc:sldChg>
      <pc:sldChg chg="addSp delSp modSp mod modClrScheme chgLayout">
        <pc:chgData name="Md. Tasbirul Alam Abir - Marico Bangladesh Limited" userId="59081327-dee6-44b2-8117-5498507a22bc" providerId="ADAL" clId="{90277DC1-F38E-4370-BFFA-E714A176C513}" dt="2022-09-21T08:40:32.796" v="669" actId="1076"/>
        <pc:sldMkLst>
          <pc:docMk/>
          <pc:sldMk cId="653109989" sldId="272"/>
        </pc:sldMkLst>
        <pc:spChg chg="del mod ord">
          <ac:chgData name="Md. Tasbirul Alam Abir - Marico Bangladesh Limited" userId="59081327-dee6-44b2-8117-5498507a22bc" providerId="ADAL" clId="{90277DC1-F38E-4370-BFFA-E714A176C513}" dt="2022-09-21T08:40:04.782" v="645" actId="478"/>
          <ac:spMkLst>
            <pc:docMk/>
            <pc:sldMk cId="653109989" sldId="272"/>
            <ac:spMk id="2" creationId="{00000000-0000-0000-0000-000000000000}"/>
          </ac:spMkLst>
        </pc:spChg>
        <pc:spChg chg="add del mod ord">
          <ac:chgData name="Md. Tasbirul Alam Abir - Marico Bangladesh Limited" userId="59081327-dee6-44b2-8117-5498507a22bc" providerId="ADAL" clId="{90277DC1-F38E-4370-BFFA-E714A176C513}" dt="2022-09-21T07:00:40.599" v="102" actId="700"/>
          <ac:spMkLst>
            <pc:docMk/>
            <pc:sldMk cId="653109989" sldId="272"/>
            <ac:spMk id="3" creationId="{00000000-0000-0000-0000-000000000000}"/>
          </ac:spMkLst>
        </pc:spChg>
        <pc:spChg chg="del">
          <ac:chgData name="Md. Tasbirul Alam Abir - Marico Bangladesh Limited" userId="59081327-dee6-44b2-8117-5498507a22bc" providerId="ADAL" clId="{90277DC1-F38E-4370-BFFA-E714A176C513}" dt="2022-09-21T07:19:09.597" v="151" actId="478"/>
          <ac:spMkLst>
            <pc:docMk/>
            <pc:sldMk cId="653109989" sldId="272"/>
            <ac:spMk id="4" creationId="{00000000-0000-0000-0000-000000000000}"/>
          </ac:spMkLst>
        </pc:spChg>
        <pc:spChg chg="add del mod ord">
          <ac:chgData name="Md. Tasbirul Alam Abir - Marico Bangladesh Limited" userId="59081327-dee6-44b2-8117-5498507a22bc" providerId="ADAL" clId="{90277DC1-F38E-4370-BFFA-E714A176C513}" dt="2022-09-21T07:00:33.864" v="101" actId="700"/>
          <ac:spMkLst>
            <pc:docMk/>
            <pc:sldMk cId="653109989" sldId="272"/>
            <ac:spMk id="5" creationId="{62090DF5-95D0-46CA-A65C-285C82908307}"/>
          </ac:spMkLst>
        </pc:spChg>
        <pc:spChg chg="add mod">
          <ac:chgData name="Md. Tasbirul Alam Abir - Marico Bangladesh Limited" userId="59081327-dee6-44b2-8117-5498507a22bc" providerId="ADAL" clId="{90277DC1-F38E-4370-BFFA-E714A176C513}" dt="2022-09-21T08:40:32.796" v="669" actId="1076"/>
          <ac:spMkLst>
            <pc:docMk/>
            <pc:sldMk cId="653109989" sldId="272"/>
            <ac:spMk id="7" creationId="{929EB958-35F6-467E-9C98-9AD35DF1E409}"/>
          </ac:spMkLst>
        </pc:spChg>
        <pc:spChg chg="add mod">
          <ac:chgData name="Md. Tasbirul Alam Abir - Marico Bangladesh Limited" userId="59081327-dee6-44b2-8117-5498507a22bc" providerId="ADAL" clId="{90277DC1-F38E-4370-BFFA-E714A176C513}" dt="2022-09-21T08:40:32.796" v="669" actId="1076"/>
          <ac:spMkLst>
            <pc:docMk/>
            <pc:sldMk cId="653109989" sldId="272"/>
            <ac:spMk id="8" creationId="{6ACE416B-83CF-444D-BFEA-5E199E368412}"/>
          </ac:spMkLst>
        </pc:spChg>
        <pc:picChg chg="add mod">
          <ac:chgData name="Md. Tasbirul Alam Abir - Marico Bangladesh Limited" userId="59081327-dee6-44b2-8117-5498507a22bc" providerId="ADAL" clId="{90277DC1-F38E-4370-BFFA-E714A176C513}" dt="2022-09-21T07:20:22.771" v="190"/>
          <ac:picMkLst>
            <pc:docMk/>
            <pc:sldMk cId="653109989" sldId="272"/>
            <ac:picMk id="6" creationId="{B4BBAFB4-9BB4-4E94-BE62-AD2B774448D2}"/>
          </ac:picMkLst>
        </pc:picChg>
      </pc:sldChg>
      <pc:sldChg chg="addSp delSp modSp mod modClrScheme chgLayout">
        <pc:chgData name="Md. Tasbirul Alam Abir - Marico Bangladesh Limited" userId="59081327-dee6-44b2-8117-5498507a22bc" providerId="ADAL" clId="{90277DC1-F38E-4370-BFFA-E714A176C513}" dt="2022-09-21T08:41:08.170" v="682" actId="20577"/>
        <pc:sldMkLst>
          <pc:docMk/>
          <pc:sldMk cId="2101100876" sldId="273"/>
        </pc:sldMkLst>
        <pc:spChg chg="del mod ord">
          <ac:chgData name="Md. Tasbirul Alam Abir - Marico Bangladesh Limited" userId="59081327-dee6-44b2-8117-5498507a22bc" providerId="ADAL" clId="{90277DC1-F38E-4370-BFFA-E714A176C513}" dt="2022-09-21T08:40:48.975" v="673" actId="478"/>
          <ac:spMkLst>
            <pc:docMk/>
            <pc:sldMk cId="2101100876" sldId="273"/>
            <ac:spMk id="2" creationId="{00000000-0000-0000-0000-000000000000}"/>
          </ac:spMkLst>
        </pc:spChg>
        <pc:spChg chg="add del mod ord">
          <ac:chgData name="Md. Tasbirul Alam Abir - Marico Bangladesh Limited" userId="59081327-dee6-44b2-8117-5498507a22bc" providerId="ADAL" clId="{90277DC1-F38E-4370-BFFA-E714A176C513}" dt="2022-09-21T07:00:40.599" v="102" actId="700"/>
          <ac:spMkLst>
            <pc:docMk/>
            <pc:sldMk cId="2101100876" sldId="273"/>
            <ac:spMk id="3" creationId="{00000000-0000-0000-0000-000000000000}"/>
          </ac:spMkLst>
        </pc:spChg>
        <pc:spChg chg="del mod">
          <ac:chgData name="Md. Tasbirul Alam Abir - Marico Bangladesh Limited" userId="59081327-dee6-44b2-8117-5498507a22bc" providerId="ADAL" clId="{90277DC1-F38E-4370-BFFA-E714A176C513}" dt="2022-09-21T07:19:12.598" v="153" actId="478"/>
          <ac:spMkLst>
            <pc:docMk/>
            <pc:sldMk cId="2101100876" sldId="273"/>
            <ac:spMk id="4" creationId="{00000000-0000-0000-0000-000000000000}"/>
          </ac:spMkLst>
        </pc:spChg>
        <pc:spChg chg="add del mod ord">
          <ac:chgData name="Md. Tasbirul Alam Abir - Marico Bangladesh Limited" userId="59081327-dee6-44b2-8117-5498507a22bc" providerId="ADAL" clId="{90277DC1-F38E-4370-BFFA-E714A176C513}" dt="2022-09-21T07:00:33.864" v="101" actId="700"/>
          <ac:spMkLst>
            <pc:docMk/>
            <pc:sldMk cId="2101100876" sldId="273"/>
            <ac:spMk id="5" creationId="{15149168-A770-4615-ADA8-8368DF4AD4A8}"/>
          </ac:spMkLst>
        </pc:spChg>
        <pc:spChg chg="add mod">
          <ac:chgData name="Md. Tasbirul Alam Abir - Marico Bangladesh Limited" userId="59081327-dee6-44b2-8117-5498507a22bc" providerId="ADAL" clId="{90277DC1-F38E-4370-BFFA-E714A176C513}" dt="2022-09-21T08:41:00.080" v="676" actId="20577"/>
          <ac:spMkLst>
            <pc:docMk/>
            <pc:sldMk cId="2101100876" sldId="273"/>
            <ac:spMk id="7" creationId="{320D2487-BB91-4B87-97F0-24F3B99441B7}"/>
          </ac:spMkLst>
        </pc:spChg>
        <pc:spChg chg="add mod">
          <ac:chgData name="Md. Tasbirul Alam Abir - Marico Bangladesh Limited" userId="59081327-dee6-44b2-8117-5498507a22bc" providerId="ADAL" clId="{90277DC1-F38E-4370-BFFA-E714A176C513}" dt="2022-09-21T08:41:08.170" v="682" actId="20577"/>
          <ac:spMkLst>
            <pc:docMk/>
            <pc:sldMk cId="2101100876" sldId="273"/>
            <ac:spMk id="8" creationId="{F010D82F-3B40-477F-9751-0CB347843275}"/>
          </ac:spMkLst>
        </pc:spChg>
        <pc:picChg chg="add mod">
          <ac:chgData name="Md. Tasbirul Alam Abir - Marico Bangladesh Limited" userId="59081327-dee6-44b2-8117-5498507a22bc" providerId="ADAL" clId="{90277DC1-F38E-4370-BFFA-E714A176C513}" dt="2022-09-21T07:20:25.429" v="191"/>
          <ac:picMkLst>
            <pc:docMk/>
            <pc:sldMk cId="2101100876" sldId="273"/>
            <ac:picMk id="6" creationId="{FACA8E1A-CA36-40A2-8796-3E809E69AADD}"/>
          </ac:picMkLst>
        </pc:picChg>
      </pc:sldChg>
      <pc:sldChg chg="addSp delSp modSp mod modClrScheme chgLayout">
        <pc:chgData name="Md. Tasbirul Alam Abir - Marico Bangladesh Limited" userId="59081327-dee6-44b2-8117-5498507a22bc" providerId="ADAL" clId="{90277DC1-F38E-4370-BFFA-E714A176C513}" dt="2022-09-21T09:11:16.518" v="1557" actId="20577"/>
        <pc:sldMkLst>
          <pc:docMk/>
          <pc:sldMk cId="623585441" sldId="274"/>
        </pc:sldMkLst>
        <pc:spChg chg="mod ord">
          <ac:chgData name="Md. Tasbirul Alam Abir - Marico Bangladesh Limited" userId="59081327-dee6-44b2-8117-5498507a22bc" providerId="ADAL" clId="{90277DC1-F38E-4370-BFFA-E714A176C513}" dt="2022-09-21T07:32:21.067" v="223"/>
          <ac:spMkLst>
            <pc:docMk/>
            <pc:sldMk cId="623585441" sldId="274"/>
            <ac:spMk id="2" creationId="{00000000-0000-0000-0000-000000000000}"/>
          </ac:spMkLst>
        </pc:spChg>
        <pc:spChg chg="mod ord">
          <ac:chgData name="Md. Tasbirul Alam Abir - Marico Bangladesh Limited" userId="59081327-dee6-44b2-8117-5498507a22bc" providerId="ADAL" clId="{90277DC1-F38E-4370-BFFA-E714A176C513}" dt="2022-09-21T09:11:16.518" v="1557" actId="20577"/>
          <ac:spMkLst>
            <pc:docMk/>
            <pc:sldMk cId="623585441" sldId="274"/>
            <ac:spMk id="3" creationId="{00000000-0000-0000-0000-000000000000}"/>
          </ac:spMkLst>
        </pc:spChg>
        <pc:spChg chg="del mod">
          <ac:chgData name="Md. Tasbirul Alam Abir - Marico Bangladesh Limited" userId="59081327-dee6-44b2-8117-5498507a22bc" providerId="ADAL" clId="{90277DC1-F38E-4370-BFFA-E714A176C513}" dt="2022-09-21T07:00:43.354" v="104" actId="478"/>
          <ac:spMkLst>
            <pc:docMk/>
            <pc:sldMk cId="623585441" sldId="274"/>
            <ac:spMk id="4" creationId="{00000000-0000-0000-0000-000000000000}"/>
          </ac:spMkLst>
        </pc:spChg>
        <pc:spChg chg="add del mod">
          <ac:chgData name="Md. Tasbirul Alam Abir - Marico Bangladesh Limited" userId="59081327-dee6-44b2-8117-5498507a22bc" providerId="ADAL" clId="{90277DC1-F38E-4370-BFFA-E714A176C513}" dt="2022-09-21T07:01:01.966" v="107"/>
          <ac:spMkLst>
            <pc:docMk/>
            <pc:sldMk cId="623585441" sldId="274"/>
            <ac:spMk id="11" creationId="{754A6325-8BF5-406B-A7E3-160EB12363B8}"/>
          </ac:spMkLst>
        </pc:spChg>
        <pc:spChg chg="add del mod">
          <ac:chgData name="Md. Tasbirul Alam Abir - Marico Bangladesh Limited" userId="59081327-dee6-44b2-8117-5498507a22bc" providerId="ADAL" clId="{90277DC1-F38E-4370-BFFA-E714A176C513}" dt="2022-09-21T07:01:05.474" v="109"/>
          <ac:spMkLst>
            <pc:docMk/>
            <pc:sldMk cId="623585441" sldId="274"/>
            <ac:spMk id="12" creationId="{F9EFAD67-8019-43C2-9BF8-A5F45C737679}"/>
          </ac:spMkLst>
        </pc:spChg>
        <pc:spChg chg="add del mod">
          <ac:chgData name="Md. Tasbirul Alam Abir - Marico Bangladesh Limited" userId="59081327-dee6-44b2-8117-5498507a22bc" providerId="ADAL" clId="{90277DC1-F38E-4370-BFFA-E714A176C513}" dt="2022-09-21T07:01:11.918" v="113"/>
          <ac:spMkLst>
            <pc:docMk/>
            <pc:sldMk cId="623585441" sldId="274"/>
            <ac:spMk id="13" creationId="{706320A6-27B4-4659-858B-3D053A4EB8E3}"/>
          </ac:spMkLst>
        </pc:spChg>
        <pc:picChg chg="add del mod">
          <ac:chgData name="Md. Tasbirul Alam Abir - Marico Bangladesh Limited" userId="59081327-dee6-44b2-8117-5498507a22bc" providerId="ADAL" clId="{90277DC1-F38E-4370-BFFA-E714A176C513}" dt="2022-09-21T06:56:06.772" v="43" actId="478"/>
          <ac:picMkLst>
            <pc:docMk/>
            <pc:sldMk cId="623585441" sldId="274"/>
            <ac:picMk id="5" creationId="{9346F8CC-B961-4795-80D9-D785AF765262}"/>
          </ac:picMkLst>
        </pc:picChg>
        <pc:picChg chg="add del mod">
          <ac:chgData name="Md. Tasbirul Alam Abir - Marico Bangladesh Limited" userId="59081327-dee6-44b2-8117-5498507a22bc" providerId="ADAL" clId="{90277DC1-F38E-4370-BFFA-E714A176C513}" dt="2022-09-21T06:56:24.008" v="45" actId="478"/>
          <ac:picMkLst>
            <pc:docMk/>
            <pc:sldMk cId="623585441" sldId="274"/>
            <ac:picMk id="7" creationId="{CD877269-1B0E-44F8-8998-360C83A9D96C}"/>
          </ac:picMkLst>
        </pc:picChg>
        <pc:picChg chg="add mod">
          <ac:chgData name="Md. Tasbirul Alam Abir - Marico Bangladesh Limited" userId="59081327-dee6-44b2-8117-5498507a22bc" providerId="ADAL" clId="{90277DC1-F38E-4370-BFFA-E714A176C513}" dt="2022-09-21T07:19:59.213" v="182" actId="1076"/>
          <ac:picMkLst>
            <pc:docMk/>
            <pc:sldMk cId="623585441" sldId="274"/>
            <ac:picMk id="8" creationId="{C286E589-08A3-40F6-B8E8-36A1D0E3689E}"/>
          </ac:picMkLst>
        </pc:picChg>
        <pc:picChg chg="add del mod">
          <ac:chgData name="Md. Tasbirul Alam Abir - Marico Bangladesh Limited" userId="59081327-dee6-44b2-8117-5498507a22bc" providerId="ADAL" clId="{90277DC1-F38E-4370-BFFA-E714A176C513}" dt="2022-09-21T06:59:55.322" v="88" actId="478"/>
          <ac:picMkLst>
            <pc:docMk/>
            <pc:sldMk cId="623585441" sldId="274"/>
            <ac:picMk id="10" creationId="{2A67F3E1-8925-48F2-8071-6F3180DA8B8E}"/>
          </ac:picMkLst>
        </pc:picChg>
      </pc:sldChg>
      <pc:sldChg chg="addSp delSp modSp add del mod modClrScheme modShow chgLayout">
        <pc:chgData name="Md. Tasbirul Alam Abir - Marico Bangladesh Limited" userId="59081327-dee6-44b2-8117-5498507a22bc" providerId="ADAL" clId="{90277DC1-F38E-4370-BFFA-E714A176C513}" dt="2022-09-21T08:59:03.448" v="716" actId="729"/>
        <pc:sldMkLst>
          <pc:docMk/>
          <pc:sldMk cId="4259433176" sldId="276"/>
        </pc:sldMkLst>
        <pc:spChg chg="mod ord">
          <ac:chgData name="Md. Tasbirul Alam Abir - Marico Bangladesh Limited" userId="59081327-dee6-44b2-8117-5498507a22bc" providerId="ADAL" clId="{90277DC1-F38E-4370-BFFA-E714A176C513}" dt="2022-09-21T08:41:46.089" v="683" actId="20577"/>
          <ac:spMkLst>
            <pc:docMk/>
            <pc:sldMk cId="4259433176" sldId="276"/>
            <ac:spMk id="2" creationId="{00000000-0000-0000-0000-000000000000}"/>
          </ac:spMkLst>
        </pc:spChg>
        <pc:spChg chg="add del mod ord">
          <ac:chgData name="Md. Tasbirul Alam Abir - Marico Bangladesh Limited" userId="59081327-dee6-44b2-8117-5498507a22bc" providerId="ADAL" clId="{90277DC1-F38E-4370-BFFA-E714A176C513}" dt="2022-09-21T07:00:33.864" v="101" actId="700"/>
          <ac:spMkLst>
            <pc:docMk/>
            <pc:sldMk cId="4259433176" sldId="276"/>
            <ac:spMk id="3" creationId="{132AEB14-7B60-4FB8-BDA8-B62A9B860B73}"/>
          </ac:spMkLst>
        </pc:spChg>
      </pc:sldChg>
      <pc:sldChg chg="modSp mod">
        <pc:chgData name="Md. Tasbirul Alam Abir - Marico Bangladesh Limited" userId="59081327-dee6-44b2-8117-5498507a22bc" providerId="ADAL" clId="{90277DC1-F38E-4370-BFFA-E714A176C513}" dt="2022-09-21T08:46:05.684" v="710" actId="1035"/>
        <pc:sldMkLst>
          <pc:docMk/>
          <pc:sldMk cId="411951171" sldId="4282"/>
        </pc:sldMkLst>
        <pc:spChg chg="mod">
          <ac:chgData name="Md. Tasbirul Alam Abir - Marico Bangladesh Limited" userId="59081327-dee6-44b2-8117-5498507a22bc" providerId="ADAL" clId="{90277DC1-F38E-4370-BFFA-E714A176C513}" dt="2022-09-21T08:46:05.684" v="710" actId="1035"/>
          <ac:spMkLst>
            <pc:docMk/>
            <pc:sldMk cId="411951171" sldId="4282"/>
            <ac:spMk id="4" creationId="{7FAA0E37-5A2C-4A9B-B707-66C9F4C6E900}"/>
          </ac:spMkLst>
        </pc:spChg>
        <pc:spChg chg="mod">
          <ac:chgData name="Md. Tasbirul Alam Abir - Marico Bangladesh Limited" userId="59081327-dee6-44b2-8117-5498507a22bc" providerId="ADAL" clId="{90277DC1-F38E-4370-BFFA-E714A176C513}" dt="2022-09-21T08:46:05.684" v="710" actId="1035"/>
          <ac:spMkLst>
            <pc:docMk/>
            <pc:sldMk cId="411951171" sldId="4282"/>
            <ac:spMk id="5" creationId="{682529A3-DB47-4040-80C9-B44EC2921F83}"/>
          </ac:spMkLst>
        </pc:spChg>
        <pc:picChg chg="mod">
          <ac:chgData name="Md. Tasbirul Alam Abir - Marico Bangladesh Limited" userId="59081327-dee6-44b2-8117-5498507a22bc" providerId="ADAL" clId="{90277DC1-F38E-4370-BFFA-E714A176C513}" dt="2022-09-21T08:46:05.684" v="710" actId="1035"/>
          <ac:picMkLst>
            <pc:docMk/>
            <pc:sldMk cId="411951171" sldId="4282"/>
            <ac:picMk id="3" creationId="{AA589B58-8CC8-4A3E-9AA6-CEC5B1E36425}"/>
          </ac:picMkLst>
        </pc:picChg>
      </pc:sldChg>
      <pc:sldChg chg="delSp new del mod ord">
        <pc:chgData name="Md. Tasbirul Alam Abir - Marico Bangladesh Limited" userId="59081327-dee6-44b2-8117-5498507a22bc" providerId="ADAL" clId="{90277DC1-F38E-4370-BFFA-E714A176C513}" dt="2022-09-21T06:59:47.719" v="86" actId="47"/>
        <pc:sldMkLst>
          <pc:docMk/>
          <pc:sldMk cId="3690738808" sldId="4283"/>
        </pc:sldMkLst>
        <pc:spChg chg="del">
          <ac:chgData name="Md. Tasbirul Alam Abir - Marico Bangladesh Limited" userId="59081327-dee6-44b2-8117-5498507a22bc" providerId="ADAL" clId="{90277DC1-F38E-4370-BFFA-E714A176C513}" dt="2022-09-21T06:59:03.389" v="68" actId="478"/>
          <ac:spMkLst>
            <pc:docMk/>
            <pc:sldMk cId="3690738808" sldId="4283"/>
            <ac:spMk id="2" creationId="{ECD4C56A-F307-4CA4-BCCB-B0DA00BE50F6}"/>
          </ac:spMkLst>
        </pc:spChg>
        <pc:spChg chg="del">
          <ac:chgData name="Md. Tasbirul Alam Abir - Marico Bangladesh Limited" userId="59081327-dee6-44b2-8117-5498507a22bc" providerId="ADAL" clId="{90277DC1-F38E-4370-BFFA-E714A176C513}" dt="2022-09-21T06:59:03.389" v="68" actId="478"/>
          <ac:spMkLst>
            <pc:docMk/>
            <pc:sldMk cId="3690738808" sldId="4283"/>
            <ac:spMk id="3" creationId="{39C8A67A-5B26-438C-A924-CC1C3D6458B2}"/>
          </ac:spMkLst>
        </pc:spChg>
      </pc:sldChg>
      <pc:sldChg chg="addSp delSp modSp add del mod modClrScheme chgLayout">
        <pc:chgData name="Md. Tasbirul Alam Abir - Marico Bangladesh Limited" userId="59081327-dee6-44b2-8117-5498507a22bc" providerId="ADAL" clId="{90277DC1-F38E-4370-BFFA-E714A176C513}" dt="2022-09-21T08:50:11.401" v="712" actId="47"/>
        <pc:sldMkLst>
          <pc:docMk/>
          <pc:sldMk cId="3611847701" sldId="2123259319"/>
        </pc:sldMkLst>
        <pc:spChg chg="add mod ord">
          <ac:chgData name="Md. Tasbirul Alam Abir - Marico Bangladesh Limited" userId="59081327-dee6-44b2-8117-5498507a22bc" providerId="ADAL" clId="{90277DC1-F38E-4370-BFFA-E714A176C513}" dt="2022-09-21T07:07:36.655" v="126" actId="1076"/>
          <ac:spMkLst>
            <pc:docMk/>
            <pc:sldMk cId="3611847701" sldId="2123259319"/>
            <ac:spMk id="2" creationId="{123D3B7B-4C65-4C9A-BA8A-0F22733C9A90}"/>
          </ac:spMkLst>
        </pc:spChg>
        <pc:spChg chg="add del mod ord">
          <ac:chgData name="Md. Tasbirul Alam Abir - Marico Bangladesh Limited" userId="59081327-dee6-44b2-8117-5498507a22bc" providerId="ADAL" clId="{90277DC1-F38E-4370-BFFA-E714A176C513}" dt="2022-09-21T06:59:45.639" v="85" actId="478"/>
          <ac:spMkLst>
            <pc:docMk/>
            <pc:sldMk cId="3611847701" sldId="2123259319"/>
            <ac:spMk id="3" creationId="{5E953E0B-CFF0-44E2-83F5-CC7CAD9A2CC8}"/>
          </ac:spMkLst>
        </pc:spChg>
        <pc:spChg chg="add del mod">
          <ac:chgData name="Md. Tasbirul Alam Abir - Marico Bangladesh Limited" userId="59081327-dee6-44b2-8117-5498507a22bc" providerId="ADAL" clId="{90277DC1-F38E-4370-BFFA-E714A176C513}" dt="2022-09-21T07:01:10.083" v="111"/>
          <ac:spMkLst>
            <pc:docMk/>
            <pc:sldMk cId="3611847701" sldId="2123259319"/>
            <ac:spMk id="5" creationId="{6A1BE233-55D4-4FC3-9F01-0218F1D276EB}"/>
          </ac:spMkLst>
        </pc:spChg>
        <pc:spChg chg="del">
          <ac:chgData name="Md. Tasbirul Alam Abir - Marico Bangladesh Limited" userId="59081327-dee6-44b2-8117-5498507a22bc" providerId="ADAL" clId="{90277DC1-F38E-4370-BFFA-E714A176C513}" dt="2022-09-21T06:59:29.604" v="70" actId="478"/>
          <ac:spMkLst>
            <pc:docMk/>
            <pc:sldMk cId="3611847701" sldId="2123259319"/>
            <ac:spMk id="9" creationId="{77E48A1C-5040-445F-90CE-F10EA4C1EB67}"/>
          </ac:spMkLst>
        </pc:spChg>
      </pc:sldChg>
      <pc:sldChg chg="modSp add del mod">
        <pc:chgData name="Md. Tasbirul Alam Abir - Marico Bangladesh Limited" userId="59081327-dee6-44b2-8117-5498507a22bc" providerId="ADAL" clId="{90277DC1-F38E-4370-BFFA-E714A176C513}" dt="2022-09-21T08:50:11.401" v="712" actId="47"/>
        <pc:sldMkLst>
          <pc:docMk/>
          <pc:sldMk cId="3680689632" sldId="2123259320"/>
        </pc:sldMkLst>
        <pc:spChg chg="mod">
          <ac:chgData name="Md. Tasbirul Alam Abir - Marico Bangladesh Limited" userId="59081327-dee6-44b2-8117-5498507a22bc" providerId="ADAL" clId="{90277DC1-F38E-4370-BFFA-E714A176C513}" dt="2022-09-21T07:18:19.753" v="141" actId="20577"/>
          <ac:spMkLst>
            <pc:docMk/>
            <pc:sldMk cId="3680689632" sldId="2123259320"/>
            <ac:spMk id="2" creationId="{123D3B7B-4C65-4C9A-BA8A-0F22733C9A90}"/>
          </ac:spMkLst>
        </pc:spChg>
      </pc:sldChg>
      <pc:sldChg chg="modSp add del mod">
        <pc:chgData name="Md. Tasbirul Alam Abir - Marico Bangladesh Limited" userId="59081327-dee6-44b2-8117-5498507a22bc" providerId="ADAL" clId="{90277DC1-F38E-4370-BFFA-E714A176C513}" dt="2022-09-21T08:50:11.401" v="712" actId="47"/>
        <pc:sldMkLst>
          <pc:docMk/>
          <pc:sldMk cId="3680051808" sldId="2123259321"/>
        </pc:sldMkLst>
        <pc:spChg chg="mod">
          <ac:chgData name="Md. Tasbirul Alam Abir - Marico Bangladesh Limited" userId="59081327-dee6-44b2-8117-5498507a22bc" providerId="ADAL" clId="{90277DC1-F38E-4370-BFFA-E714A176C513}" dt="2022-09-21T07:18:46.292" v="146" actId="20577"/>
          <ac:spMkLst>
            <pc:docMk/>
            <pc:sldMk cId="3680051808" sldId="2123259321"/>
            <ac:spMk id="2" creationId="{123D3B7B-4C65-4C9A-BA8A-0F22733C9A90}"/>
          </ac:spMkLst>
        </pc:spChg>
      </pc:sldChg>
      <pc:sldChg chg="modSp add mod">
        <pc:chgData name="Md. Tasbirul Alam Abir - Marico Bangladesh Limited" userId="59081327-dee6-44b2-8117-5498507a22bc" providerId="ADAL" clId="{90277DC1-F38E-4370-BFFA-E714A176C513}" dt="2022-09-21T09:15:21.810" v="1639" actId="20577"/>
        <pc:sldMkLst>
          <pc:docMk/>
          <pc:sldMk cId="1952439793" sldId="2123259322"/>
        </pc:sldMkLst>
        <pc:spChg chg="mod">
          <ac:chgData name="Md. Tasbirul Alam Abir - Marico Bangladesh Limited" userId="59081327-dee6-44b2-8117-5498507a22bc" providerId="ADAL" clId="{90277DC1-F38E-4370-BFFA-E714A176C513}" dt="2022-09-21T09:15:21.810" v="1639" actId="20577"/>
          <ac:spMkLst>
            <pc:docMk/>
            <pc:sldMk cId="1952439793" sldId="2123259322"/>
            <ac:spMk id="3" creationId="{00000000-0000-0000-0000-000000000000}"/>
          </ac:spMkLst>
        </pc:spChg>
      </pc:sldChg>
      <pc:sldChg chg="addSp delSp modSp add mod">
        <pc:chgData name="Md. Tasbirul Alam Abir - Marico Bangladesh Limited" userId="59081327-dee6-44b2-8117-5498507a22bc" providerId="ADAL" clId="{90277DC1-F38E-4370-BFFA-E714A176C513}" dt="2022-09-21T09:19:07.766" v="1710" actId="20577"/>
        <pc:sldMkLst>
          <pc:docMk/>
          <pc:sldMk cId="2053150630" sldId="2123259323"/>
        </pc:sldMkLst>
        <pc:spChg chg="add del mod">
          <ac:chgData name="Md. Tasbirul Alam Abir - Marico Bangladesh Limited" userId="59081327-dee6-44b2-8117-5498507a22bc" providerId="ADAL" clId="{90277DC1-F38E-4370-BFFA-E714A176C513}" dt="2022-09-21T08:30:35.787" v="423" actId="21"/>
          <ac:spMkLst>
            <pc:docMk/>
            <pc:sldMk cId="2053150630" sldId="2123259323"/>
            <ac:spMk id="2" creationId="{00000000-0000-0000-0000-000000000000}"/>
          </ac:spMkLst>
        </pc:spChg>
        <pc:spChg chg="add del mod">
          <ac:chgData name="Md. Tasbirul Alam Abir - Marico Bangladesh Limited" userId="59081327-dee6-44b2-8117-5498507a22bc" providerId="ADAL" clId="{90277DC1-F38E-4370-BFFA-E714A176C513}" dt="2022-09-21T09:19:07.766" v="1710" actId="20577"/>
          <ac:spMkLst>
            <pc:docMk/>
            <pc:sldMk cId="2053150630" sldId="2123259323"/>
            <ac:spMk id="3" creationId="{00000000-0000-0000-0000-000000000000}"/>
          </ac:spMkLst>
        </pc:spChg>
      </pc:sldChg>
      <pc:sldChg chg="modSp add mod ord modShow">
        <pc:chgData name="Md. Tasbirul Alam Abir - Marico Bangladesh Limited" userId="59081327-dee6-44b2-8117-5498507a22bc" providerId="ADAL" clId="{90277DC1-F38E-4370-BFFA-E714A176C513}" dt="2022-09-21T09:31:16.928" v="1721" actId="20577"/>
        <pc:sldMkLst>
          <pc:docMk/>
          <pc:sldMk cId="3320417733" sldId="2123259324"/>
        </pc:sldMkLst>
        <pc:spChg chg="mod">
          <ac:chgData name="Md. Tasbirul Alam Abir - Marico Bangladesh Limited" userId="59081327-dee6-44b2-8117-5498507a22bc" providerId="ADAL" clId="{90277DC1-F38E-4370-BFFA-E714A176C513}" dt="2022-09-21T09:31:16.928" v="1721" actId="20577"/>
          <ac:spMkLst>
            <pc:docMk/>
            <pc:sldMk cId="3320417733" sldId="2123259324"/>
            <ac:spMk id="2" creationId="{00000000-0000-0000-0000-000000000000}"/>
          </ac:spMkLst>
        </pc:spChg>
      </pc:sldChg>
      <pc:sldChg chg="add del">
        <pc:chgData name="Md. Tasbirul Alam Abir - Marico Bangladesh Limited" userId="59081327-dee6-44b2-8117-5498507a22bc" providerId="ADAL" clId="{90277DC1-F38E-4370-BFFA-E714A176C513}" dt="2022-09-21T07:42:16.224" v="250"/>
        <pc:sldMkLst>
          <pc:docMk/>
          <pc:sldMk cId="1166570680" sldId="2123259325"/>
        </pc:sldMkLst>
      </pc:sldChg>
      <pc:sldMasterChg chg="add del addSldLayout delSldLayout">
        <pc:chgData name="Md. Tasbirul Alam Abir - Marico Bangladesh Limited" userId="59081327-dee6-44b2-8117-5498507a22bc" providerId="ADAL" clId="{90277DC1-F38E-4370-BFFA-E714A176C513}" dt="2022-09-21T07:00:40.599" v="102" actId="700"/>
        <pc:sldMasterMkLst>
          <pc:docMk/>
          <pc:sldMasterMk cId="2897089174" sldId="2147483673"/>
        </pc:sldMasterMkLst>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875087022" sldId="2147483674"/>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3704358194" sldId="2147483675"/>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3447311718" sldId="2147483676"/>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1078052451" sldId="2147483677"/>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2053224391" sldId="2147483678"/>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3808744261" sldId="2147483679"/>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3215074726" sldId="2147483680"/>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1856788462" sldId="2147483681"/>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120832304" sldId="2147483682"/>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339137478" sldId="2147483683"/>
          </pc:sldLayoutMkLst>
        </pc:sldLayoutChg>
        <pc:sldLayoutChg chg="add del">
          <pc:chgData name="Md. Tasbirul Alam Abir - Marico Bangladesh Limited" userId="59081327-dee6-44b2-8117-5498507a22bc" providerId="ADAL" clId="{90277DC1-F38E-4370-BFFA-E714A176C513}" dt="2022-09-21T07:00:40.599" v="102" actId="700"/>
          <pc:sldLayoutMkLst>
            <pc:docMk/>
            <pc:sldMasterMk cId="2897089174" sldId="2147483673"/>
            <pc:sldLayoutMk cId="3669310959" sldId="214748368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F624C-3CFF-447B-8E57-18F1262CF6C1}"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767829-5750-4627-BED0-0925BA8C18E4}" type="slidenum">
              <a:rPr lang="en-US" smtClean="0"/>
              <a:t>‹#›</a:t>
            </a:fld>
            <a:endParaRPr lang="en-US"/>
          </a:p>
        </p:txBody>
      </p:sp>
    </p:spTree>
    <p:extLst>
      <p:ext uri="{BB962C8B-B14F-4D97-AF65-F5344CB8AC3E}">
        <p14:creationId xmlns:p14="http://schemas.microsoft.com/office/powerpoint/2010/main" val="750178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9F1818-8667-4741-B936-CB8915528C0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2166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9F1818-8667-4741-B936-CB8915528C0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9234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9F1818-8667-4741-B936-CB8915528C0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2451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0B66B-DC6D-441A-BC69-F48FE54D90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B42051-6C6E-4598-B76B-97B157265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A831F2-A575-4F0D-91E2-FDC9B58ACD9D}"/>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5" name="Footer Placeholder 4">
            <a:extLst>
              <a:ext uri="{FF2B5EF4-FFF2-40B4-BE49-F238E27FC236}">
                <a16:creationId xmlns:a16="http://schemas.microsoft.com/office/drawing/2014/main" id="{D30216F3-D0FA-441B-B288-4A9D2BF84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6B07F-176D-4A7B-BB10-D0D380FE1542}"/>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4131466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7144B-F058-4768-B430-72735E821E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276E99-03E4-4FAB-BBF3-4E18C2C2DF5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75A9AA-CAED-4C08-B5B9-CC9D2696176A}"/>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5" name="Footer Placeholder 4">
            <a:extLst>
              <a:ext uri="{FF2B5EF4-FFF2-40B4-BE49-F238E27FC236}">
                <a16:creationId xmlns:a16="http://schemas.microsoft.com/office/drawing/2014/main" id="{D34B0A58-B37B-4979-93B8-5736038E24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302F7-8DE7-4AB8-A8A6-6B28CA84DC26}"/>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2228396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A4AF-A11F-4A5E-9832-B6AD80A5AD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285A5B-2102-4125-9014-ECB45D1AE1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B7832EA-5054-458B-9A2B-822CE8B2A5F2}"/>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5" name="Footer Placeholder 4">
            <a:extLst>
              <a:ext uri="{FF2B5EF4-FFF2-40B4-BE49-F238E27FC236}">
                <a16:creationId xmlns:a16="http://schemas.microsoft.com/office/drawing/2014/main" id="{5A839B21-921D-4B17-A61B-B49E7BBE5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55A27-5A7C-4CFF-AA26-FB3A66EE5FD9}"/>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1339685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74015-52D0-4254-AC0D-EA0F69192E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4AE63F-158B-4C61-8569-A5863466218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066E94-7553-48D0-B69B-78B898E573F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9EF09F-7672-40F5-9891-B21C708F13B1}"/>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6" name="Footer Placeholder 5">
            <a:extLst>
              <a:ext uri="{FF2B5EF4-FFF2-40B4-BE49-F238E27FC236}">
                <a16:creationId xmlns:a16="http://schemas.microsoft.com/office/drawing/2014/main" id="{D8B79018-BF0D-40C3-861E-C4B7B695C1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E8CFF7-E7AA-4A43-B7FB-A38C9A33DD28}"/>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2016149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2E4B4-5E75-42CD-AB80-B03629D9F3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90CA74-E569-4EC9-A18C-6BD22E2D73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98095BF-2FE1-471D-AC68-AB6E2B13627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438DA7-A24E-4791-92C8-F4021EB690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A78A74B-530B-4816-83C0-7702E0CDDD8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F3D0C7-D4FF-4512-8E13-A9D522E6459F}"/>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8" name="Footer Placeholder 7">
            <a:extLst>
              <a:ext uri="{FF2B5EF4-FFF2-40B4-BE49-F238E27FC236}">
                <a16:creationId xmlns:a16="http://schemas.microsoft.com/office/drawing/2014/main" id="{E03E5AF6-E1EF-4927-A31B-BEA39802CE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E8E848-523D-4E5A-97B9-C8409701024C}"/>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4189638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141A5-8900-4C14-BAF8-50ED38BC38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D75F00-927C-4334-9B6D-38E2E47350BF}"/>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4" name="Footer Placeholder 3">
            <a:extLst>
              <a:ext uri="{FF2B5EF4-FFF2-40B4-BE49-F238E27FC236}">
                <a16:creationId xmlns:a16="http://schemas.microsoft.com/office/drawing/2014/main" id="{B5889A15-40D1-4CFD-881B-ABA4DE096B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65E948-3EC3-49D5-A129-F4F24768A4BE}"/>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3821180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7EAE7-7EB5-4C57-B132-05D97302A49C}"/>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3" name="Footer Placeholder 2">
            <a:extLst>
              <a:ext uri="{FF2B5EF4-FFF2-40B4-BE49-F238E27FC236}">
                <a16:creationId xmlns:a16="http://schemas.microsoft.com/office/drawing/2014/main" id="{FFA90AD4-B6E2-4F52-B6ED-08161060A8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55C091-D513-4444-B2A5-3A5F5F684CF6}"/>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3089440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EFE4-A421-4D9C-A3C8-F97479CD17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49D444-8752-425D-8930-ED853F7B61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D89EF7-7BEB-4B93-8A71-D2ADD3D150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39CBE31-6386-4B2B-997B-E7FF6AC5E1A7}"/>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6" name="Footer Placeholder 5">
            <a:extLst>
              <a:ext uri="{FF2B5EF4-FFF2-40B4-BE49-F238E27FC236}">
                <a16:creationId xmlns:a16="http://schemas.microsoft.com/office/drawing/2014/main" id="{433E9C41-4B0C-4810-8732-E28C93DCD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8763F2-5A3C-45C2-AF62-156717D08D1A}"/>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1908901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AD815-FDA0-4E52-9F4E-E5E47A0B8E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0AEB3E-E5C2-4614-9B87-CD1B44ABB2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9803F1-E316-4FEF-8493-D78552A6BD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B58EB01-CDD3-46CD-9098-A2744452F934}"/>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6" name="Footer Placeholder 5">
            <a:extLst>
              <a:ext uri="{FF2B5EF4-FFF2-40B4-BE49-F238E27FC236}">
                <a16:creationId xmlns:a16="http://schemas.microsoft.com/office/drawing/2014/main" id="{34790CA8-CB22-4FE2-AF37-1FC2AF1C41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7BE0-33BE-4C1F-BF0A-1CDB2DB078B9}"/>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2634031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EA7EB-8F6E-4C89-B059-ADE6865F0C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F2F1E-433F-45E3-9335-E948C9DA5D8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C65CF4-58E3-40BC-9196-8437215788BD}"/>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5" name="Footer Placeholder 4">
            <a:extLst>
              <a:ext uri="{FF2B5EF4-FFF2-40B4-BE49-F238E27FC236}">
                <a16:creationId xmlns:a16="http://schemas.microsoft.com/office/drawing/2014/main" id="{D8CCA878-6F7A-4D73-8AF1-43EA7834EF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E5302-6A87-47BA-9808-A1AB27E84A3E}"/>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1490358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7E1F16-5BF7-45B0-823F-5D2E12BDC9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7A9AD4-92C9-473E-B3E0-8B00CA70B84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FA0E3D-E756-46DC-8D0A-D5AC5D8F9F82}"/>
              </a:ext>
            </a:extLst>
          </p:cNvPr>
          <p:cNvSpPr>
            <a:spLocks noGrp="1"/>
          </p:cNvSpPr>
          <p:nvPr>
            <p:ph type="dt" sz="half" idx="10"/>
          </p:nvPr>
        </p:nvSpPr>
        <p:spPr/>
        <p:txBody>
          <a:bodyPr/>
          <a:lstStyle/>
          <a:p>
            <a:fld id="{0255B35C-C8AE-4837-89C0-59D2311979FD}" type="datetimeFigureOut">
              <a:rPr lang="en-US" smtClean="0"/>
              <a:t>10/1/2026</a:t>
            </a:fld>
            <a:endParaRPr lang="en-US"/>
          </a:p>
        </p:txBody>
      </p:sp>
      <p:sp>
        <p:nvSpPr>
          <p:cNvPr id="5" name="Footer Placeholder 4">
            <a:extLst>
              <a:ext uri="{FF2B5EF4-FFF2-40B4-BE49-F238E27FC236}">
                <a16:creationId xmlns:a16="http://schemas.microsoft.com/office/drawing/2014/main" id="{57BFD66A-A5B6-4D44-ADAB-DE06E7733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53272F-B144-4F86-8027-61074BEC13E9}"/>
              </a:ext>
            </a:extLst>
          </p:cNvPr>
          <p:cNvSpPr>
            <a:spLocks noGrp="1"/>
          </p:cNvSpPr>
          <p:nvPr>
            <p:ph type="sldNum" sz="quarter" idx="12"/>
          </p:nvPr>
        </p:nvSpPr>
        <p:spPr/>
        <p:txBody>
          <a:bodyPr/>
          <a:lstStyle/>
          <a:p>
            <a:fld id="{57844E3C-5056-4329-85CD-58D9BB126CCD}" type="slidenum">
              <a:rPr lang="en-US" smtClean="0"/>
              <a:t>‹#›</a:t>
            </a:fld>
            <a:endParaRPr lang="en-US"/>
          </a:p>
        </p:txBody>
      </p:sp>
    </p:spTree>
    <p:extLst>
      <p:ext uri="{BB962C8B-B14F-4D97-AF65-F5344CB8AC3E}">
        <p14:creationId xmlns:p14="http://schemas.microsoft.com/office/powerpoint/2010/main" val="1922624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604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1" y="2125981"/>
            <a:ext cx="10363201" cy="113877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269793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978264" y="3018760"/>
            <a:ext cx="6235470" cy="654666"/>
          </a:xfrm>
        </p:spPr>
        <p:txBody>
          <a:bodyPr lIns="0" tIns="0" rIns="0" bIns="0"/>
          <a:lstStyle>
            <a:lvl1pPr>
              <a:defRPr sz="4254" b="0" i="0">
                <a:solidFill>
                  <a:srgbClr val="1B75BC"/>
                </a:solidFill>
                <a:latin typeface="Futura-Medium"/>
                <a:cs typeface="Futura-Medium"/>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91969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978264" y="3018760"/>
            <a:ext cx="6235470" cy="654666"/>
          </a:xfrm>
        </p:spPr>
        <p:txBody>
          <a:bodyPr lIns="0" tIns="0" rIns="0" bIns="0"/>
          <a:lstStyle>
            <a:lvl1pPr>
              <a:defRPr sz="4254" b="0" i="0">
                <a:solidFill>
                  <a:srgbClr val="1B75BC"/>
                </a:solidFill>
                <a:latin typeface="Futura-Medium"/>
                <a:cs typeface="Futura-Medium"/>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03207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978264" y="3018760"/>
            <a:ext cx="6235470" cy="654666"/>
          </a:xfrm>
        </p:spPr>
        <p:txBody>
          <a:bodyPr lIns="0" tIns="0" rIns="0" bIns="0"/>
          <a:lstStyle>
            <a:lvl1pPr>
              <a:defRPr sz="4254" b="0" i="0">
                <a:solidFill>
                  <a:srgbClr val="1B75BC"/>
                </a:solidFill>
                <a:latin typeface="Futura-Medium"/>
                <a:cs typeface="Futura-Medium"/>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1215655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078726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E5AB-0528-4D22-8D55-7DEF13E0B8E2}"/>
              </a:ext>
            </a:extLst>
          </p:cNvPr>
          <p:cNvSpPr>
            <a:spLocks noGrp="1"/>
          </p:cNvSpPr>
          <p:nvPr>
            <p:ph type="ctrTitle"/>
          </p:nvPr>
        </p:nvSpPr>
        <p:spPr>
          <a:xfrm>
            <a:off x="1524001" y="1758971"/>
            <a:ext cx="9144000" cy="1750992"/>
          </a:xfrm>
        </p:spPr>
        <p:txBody>
          <a:bodyPr anchor="b"/>
          <a:lstStyle>
            <a:lvl1pPr algn="ctr">
              <a:defRPr sz="5689"/>
            </a:lvl1pPr>
          </a:lstStyle>
          <a:p>
            <a:r>
              <a:rPr lang="en-US"/>
              <a:t>Click to edit Master title style</a:t>
            </a:r>
            <a:endParaRPr lang="en-IN"/>
          </a:p>
        </p:txBody>
      </p:sp>
      <p:sp>
        <p:nvSpPr>
          <p:cNvPr id="3" name="Subtitle 2">
            <a:extLst>
              <a:ext uri="{FF2B5EF4-FFF2-40B4-BE49-F238E27FC236}">
                <a16:creationId xmlns:a16="http://schemas.microsoft.com/office/drawing/2014/main" id="{3C7A685C-6718-4CB1-ACB9-368C4FED97A7}"/>
              </a:ext>
            </a:extLst>
          </p:cNvPr>
          <p:cNvSpPr>
            <a:spLocks noGrp="1"/>
          </p:cNvSpPr>
          <p:nvPr>
            <p:ph type="subTitle" idx="1"/>
          </p:nvPr>
        </p:nvSpPr>
        <p:spPr>
          <a:xfrm>
            <a:off x="1524001" y="3602039"/>
            <a:ext cx="9144000" cy="350224"/>
          </a:xfrm>
        </p:spPr>
        <p:txBody>
          <a:bodyPr/>
          <a:lstStyle>
            <a:lvl1pPr marL="0" indent="0" algn="ctr">
              <a:buNone/>
              <a:defRPr sz="2276"/>
            </a:lvl1pPr>
            <a:lvl2pPr marL="433493" indent="0" algn="ctr">
              <a:buNone/>
              <a:defRPr sz="1896"/>
            </a:lvl2pPr>
            <a:lvl3pPr marL="866985" indent="0" algn="ctr">
              <a:buNone/>
              <a:defRPr sz="1707"/>
            </a:lvl3pPr>
            <a:lvl4pPr marL="1300476" indent="0" algn="ctr">
              <a:buNone/>
              <a:defRPr sz="1517"/>
            </a:lvl4pPr>
            <a:lvl5pPr marL="1733968" indent="0" algn="ctr">
              <a:buNone/>
              <a:defRPr sz="1517"/>
            </a:lvl5pPr>
            <a:lvl6pPr marL="2167461" indent="0" algn="ctr">
              <a:buNone/>
              <a:defRPr sz="1517"/>
            </a:lvl6pPr>
            <a:lvl7pPr marL="2600953" indent="0" algn="ctr">
              <a:buNone/>
              <a:defRPr sz="1517"/>
            </a:lvl7pPr>
            <a:lvl8pPr marL="3034446" indent="0" algn="ctr">
              <a:buNone/>
              <a:defRPr sz="1517"/>
            </a:lvl8pPr>
            <a:lvl9pPr marL="3467938" indent="0" algn="ctr">
              <a:buNone/>
              <a:defRPr sz="1517"/>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132B46-80AA-430D-B895-4CFBFFBFBACF}"/>
              </a:ext>
            </a:extLst>
          </p:cNvPr>
          <p:cNvSpPr>
            <a:spLocks noGrp="1"/>
          </p:cNvSpPr>
          <p:nvPr>
            <p:ph type="dt" sz="half" idx="10"/>
          </p:nvPr>
        </p:nvSpPr>
        <p:spPr>
          <a:xfrm>
            <a:off x="609600" y="6377942"/>
            <a:ext cx="2804160" cy="286677"/>
          </a:xfrm>
        </p:spPr>
        <p:txBody>
          <a:bodyPr/>
          <a:lstStyle/>
          <a:p>
            <a:fld id="{61A9FD91-2E0A-4BF8-B72D-9EACC3F914E8}" type="datetimeFigureOut">
              <a:rPr lang="en-IN" smtClean="0"/>
              <a:t>01-10-2026</a:t>
            </a:fld>
            <a:endParaRPr lang="en-IN"/>
          </a:p>
        </p:txBody>
      </p:sp>
      <p:sp>
        <p:nvSpPr>
          <p:cNvPr id="5" name="Footer Placeholder 4">
            <a:extLst>
              <a:ext uri="{FF2B5EF4-FFF2-40B4-BE49-F238E27FC236}">
                <a16:creationId xmlns:a16="http://schemas.microsoft.com/office/drawing/2014/main" id="{7F7D5EEB-3B5D-4539-8458-02EC8B5C9962}"/>
              </a:ext>
            </a:extLst>
          </p:cNvPr>
          <p:cNvSpPr>
            <a:spLocks noGrp="1"/>
          </p:cNvSpPr>
          <p:nvPr>
            <p:ph type="ftr" sz="quarter" idx="11"/>
          </p:nvPr>
        </p:nvSpPr>
        <p:spPr>
          <a:xfrm>
            <a:off x="4145280" y="6377942"/>
            <a:ext cx="3901440" cy="286677"/>
          </a:xfrm>
        </p:spPr>
        <p:txBody>
          <a:bodyPr/>
          <a:lstStyle/>
          <a:p>
            <a:endParaRPr lang="en-IN"/>
          </a:p>
        </p:txBody>
      </p:sp>
      <p:sp>
        <p:nvSpPr>
          <p:cNvPr id="6" name="Slide Number Placeholder 5">
            <a:extLst>
              <a:ext uri="{FF2B5EF4-FFF2-40B4-BE49-F238E27FC236}">
                <a16:creationId xmlns:a16="http://schemas.microsoft.com/office/drawing/2014/main" id="{4925793E-2A73-4BFF-A0C5-C89F1EFAC771}"/>
              </a:ext>
            </a:extLst>
          </p:cNvPr>
          <p:cNvSpPr>
            <a:spLocks noGrp="1"/>
          </p:cNvSpPr>
          <p:nvPr>
            <p:ph type="sldNum" sz="quarter" idx="12"/>
          </p:nvPr>
        </p:nvSpPr>
        <p:spPr>
          <a:xfrm>
            <a:off x="8778241" y="6377942"/>
            <a:ext cx="2804160" cy="286677"/>
          </a:xfrm>
        </p:spPr>
        <p:txBody>
          <a:bodyPr/>
          <a:lstStyle/>
          <a:p>
            <a:fld id="{D8FFD4D1-4A48-483B-81D5-0D3A82FDD2B9}" type="slidenum">
              <a:rPr lang="en-IN" smtClean="0"/>
              <a:t>‹#›</a:t>
            </a:fld>
            <a:endParaRPr lang="en-IN"/>
          </a:p>
        </p:txBody>
      </p:sp>
    </p:spTree>
    <p:extLst>
      <p:ext uri="{BB962C8B-B14F-4D97-AF65-F5344CB8AC3E}">
        <p14:creationId xmlns:p14="http://schemas.microsoft.com/office/powerpoint/2010/main" val="5427128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77340"/>
            <a:ext cx="10972800" cy="13849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p:cNvSpPr>
            <a:spLocks noGrp="1"/>
          </p:cNvSpPr>
          <p:nvPr>
            <p:ph type="title"/>
          </p:nvPr>
        </p:nvSpPr>
        <p:spPr>
          <a:xfrm>
            <a:off x="101600" y="152400"/>
            <a:ext cx="10972800" cy="457200"/>
          </a:xfrm>
        </p:spPr>
        <p:txBody>
          <a:bodyPr>
            <a:noAutofit/>
          </a:bodyPr>
          <a:lstStyle>
            <a:lvl1pPr algn="l">
              <a:defRPr sz="2465" b="1">
                <a:solidFill>
                  <a:schemeClr val="tx2"/>
                </a:solidFill>
                <a:latin typeface="Candara" panose="020E0502030303020204" pitchFamily="34" charset="0"/>
              </a:defRPr>
            </a:lvl1pPr>
          </a:lstStyle>
          <a:p>
            <a:r>
              <a:rPr lang="en-US"/>
              <a:t>Click to edit Master title style</a:t>
            </a:r>
          </a:p>
        </p:txBody>
      </p:sp>
      <p:grpSp>
        <p:nvGrpSpPr>
          <p:cNvPr id="5" name="Group 4"/>
          <p:cNvGrpSpPr/>
          <p:nvPr userDrawn="1"/>
        </p:nvGrpSpPr>
        <p:grpSpPr>
          <a:xfrm>
            <a:off x="9867901" y="152400"/>
            <a:ext cx="1524000" cy="780468"/>
            <a:chOff x="9855199" y="152400"/>
            <a:chExt cx="1524000" cy="780468"/>
          </a:xfrm>
        </p:grpSpPr>
        <p:pic>
          <p:nvPicPr>
            <p:cNvPr id="6" name="Picture 5" descr="marico-ltd.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261599" y="152400"/>
              <a:ext cx="711201" cy="609600"/>
            </a:xfrm>
            <a:prstGeom prst="rect">
              <a:avLst/>
            </a:prstGeom>
          </p:spPr>
        </p:pic>
        <p:sp>
          <p:nvSpPr>
            <p:cNvPr id="7" name="TextBox 6"/>
            <p:cNvSpPr txBox="1"/>
            <p:nvPr userDrawn="1"/>
          </p:nvSpPr>
          <p:spPr>
            <a:xfrm>
              <a:off x="9855199" y="723900"/>
              <a:ext cx="1524000" cy="208968"/>
            </a:xfrm>
            <a:prstGeom prst="rect">
              <a:avLst/>
            </a:prstGeom>
            <a:noFill/>
          </p:spPr>
          <p:txBody>
            <a:bodyPr wrap="square" rtlCol="0">
              <a:spAutoFit/>
            </a:bodyPr>
            <a:lstStyle/>
            <a:p>
              <a:pPr algn="ctr"/>
              <a:r>
                <a:rPr lang="en-US" sz="758">
                  <a:solidFill>
                    <a:srgbClr val="4F81BD"/>
                  </a:solidFill>
                  <a:latin typeface="Arial" pitchFamily="34" charset="0"/>
                  <a:cs typeface="Arial" pitchFamily="34" charset="0"/>
                </a:rPr>
                <a:t>make a difference</a:t>
              </a:r>
            </a:p>
          </p:txBody>
        </p:sp>
      </p:grpSp>
      <p:pic>
        <p:nvPicPr>
          <p:cNvPr id="8" name="Picture 3"/>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 y="685801"/>
            <a:ext cx="10058400" cy="78580"/>
          </a:xfrm>
          <a:prstGeom prst="rect">
            <a:avLst/>
          </a:prstGeom>
          <a:noFill/>
          <a:ln w="9525">
            <a:noFill/>
            <a:miter lim="800000"/>
            <a:headEnd/>
            <a:tailEnd/>
          </a:ln>
          <a:effectLst>
            <a:outerShdw blurRad="50800" dist="38100" dir="5400000" algn="t" rotWithShape="0">
              <a:prstClr val="black">
                <a:alpha val="40000"/>
              </a:prstClr>
            </a:outerShdw>
          </a:effectLst>
        </p:spPr>
      </p:pic>
      <p:pic>
        <p:nvPicPr>
          <p:cNvPr id="9" name="Picture 3"/>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11176001" y="685800"/>
            <a:ext cx="1016001" cy="76200"/>
          </a:xfrm>
          <a:prstGeom prst="rect">
            <a:avLst/>
          </a:prstGeom>
          <a:noFill/>
          <a:ln w="9525">
            <a:noFill/>
            <a:miter lim="800000"/>
            <a:headEnd/>
            <a:tailEnd/>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041461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3.png"/><Relationship Id="rId5" Type="http://schemas.openxmlformats.org/officeDocument/2006/relationships/slideLayout" Target="../slideLayouts/slideLayout17.xml"/><Relationship Id="rId15" Type="http://schemas.openxmlformats.org/officeDocument/2006/relationships/image" Target="../media/image7.png"/><Relationship Id="rId10" Type="http://schemas.openxmlformats.org/officeDocument/2006/relationships/image" Target="../media/image2.png"/><Relationship Id="rId4" Type="http://schemas.openxmlformats.org/officeDocument/2006/relationships/slideLayout" Target="../slideLayouts/slideLayout16.xml"/><Relationship Id="rId9" Type="http://schemas.openxmlformats.org/officeDocument/2006/relationships/image" Target="../media/image1.png"/><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79C261-C154-4482-949A-9F96C1BE93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1C4948-8F92-43BA-94E5-806C42900B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ECFC2-BE74-4D95-BDA8-9626F6FC2D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5B35C-C8AE-4837-89C0-59D2311979FD}" type="datetimeFigureOut">
              <a:rPr lang="en-US" smtClean="0"/>
              <a:t>10/1/2026</a:t>
            </a:fld>
            <a:endParaRPr lang="en-US"/>
          </a:p>
        </p:txBody>
      </p:sp>
      <p:sp>
        <p:nvSpPr>
          <p:cNvPr id="5" name="Footer Placeholder 4">
            <a:extLst>
              <a:ext uri="{FF2B5EF4-FFF2-40B4-BE49-F238E27FC236}">
                <a16:creationId xmlns:a16="http://schemas.microsoft.com/office/drawing/2014/main" id="{DA51CC86-4DCF-4B9B-BB3F-56760C8D16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75AB4E-D950-41B0-B4E6-BC926104DB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844E3C-5056-4329-85CD-58D9BB126CCD}" type="slidenum">
              <a:rPr lang="en-US" smtClean="0"/>
              <a:t>‹#›</a:t>
            </a:fld>
            <a:endParaRPr lang="en-US"/>
          </a:p>
        </p:txBody>
      </p:sp>
      <p:sp>
        <p:nvSpPr>
          <p:cNvPr id="7" name="MSIPCMContentMarking" descr="{&quot;HashCode&quot;:-1960873612,&quot;Placement&quot;:&quot;Footer&quot;,&quot;Top&quot;:520.68866,&quot;Left&quot;:0.0,&quot;SlideWidth&quot;:960,&quot;SlideHeight&quot;:540}">
            <a:extLst>
              <a:ext uri="{FF2B5EF4-FFF2-40B4-BE49-F238E27FC236}">
                <a16:creationId xmlns:a16="http://schemas.microsoft.com/office/drawing/2014/main" id="{AA8F22E9-3C09-4620-AA10-05576E4A4706}"/>
              </a:ext>
            </a:extLst>
          </p:cNvPr>
          <p:cNvSpPr txBox="1"/>
          <p:nvPr userDrawn="1"/>
        </p:nvSpPr>
        <p:spPr>
          <a:xfrm>
            <a:off x="0" y="6612746"/>
            <a:ext cx="2212166" cy="245254"/>
          </a:xfrm>
          <a:prstGeom prst="rect">
            <a:avLst/>
          </a:prstGeom>
          <a:noFill/>
        </p:spPr>
        <p:txBody>
          <a:bodyPr vert="horz" wrap="square" lIns="0" tIns="0" rIns="0" bIns="0" rtlCol="0" anchor="ctr" anchorCtr="1">
            <a:spAutoFit/>
          </a:bodyPr>
          <a:lstStyle/>
          <a:p>
            <a:pPr algn="l">
              <a:spcBef>
                <a:spcPts val="0"/>
              </a:spcBef>
              <a:spcAft>
                <a:spcPts val="0"/>
              </a:spcAft>
            </a:pPr>
            <a:r>
              <a:rPr lang="en-US" sz="900">
                <a:solidFill>
                  <a:srgbClr val="000000"/>
                </a:solidFill>
                <a:latin typeface="Calibri" panose="020F0502020204030204" pitchFamily="34" charset="0"/>
              </a:rPr>
              <a:t>Marico Information classification: Official</a:t>
            </a:r>
          </a:p>
        </p:txBody>
      </p:sp>
    </p:spTree>
    <p:extLst>
      <p:ext uri="{BB962C8B-B14F-4D97-AF65-F5344CB8AC3E}">
        <p14:creationId xmlns:p14="http://schemas.microsoft.com/office/powerpoint/2010/main" val="36064820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 y="2720012"/>
            <a:ext cx="988809" cy="4137507"/>
          </a:xfrm>
          <a:prstGeom prst="rect">
            <a:avLst/>
          </a:prstGeom>
          <a:blipFill>
            <a:blip r:embed="rId9" cstate="print"/>
            <a:stretch>
              <a:fillRect/>
            </a:stretch>
          </a:blipFill>
        </p:spPr>
        <p:txBody>
          <a:bodyPr wrap="square" lIns="0" tIns="0" rIns="0" bIns="0" rtlCol="0"/>
          <a:lstStyle/>
          <a:p>
            <a:endParaRPr sz="1036"/>
          </a:p>
        </p:txBody>
      </p:sp>
      <p:sp>
        <p:nvSpPr>
          <p:cNvPr id="17" name="bk object 17"/>
          <p:cNvSpPr/>
          <p:nvPr userDrawn="1"/>
        </p:nvSpPr>
        <p:spPr>
          <a:xfrm>
            <a:off x="2" y="10109"/>
            <a:ext cx="12191999" cy="6857519"/>
          </a:xfrm>
          <a:prstGeom prst="rect">
            <a:avLst/>
          </a:prstGeom>
          <a:blipFill>
            <a:blip r:embed="rId10" cstate="print"/>
            <a:stretch>
              <a:fillRect/>
            </a:stretch>
          </a:blipFill>
        </p:spPr>
        <p:txBody>
          <a:bodyPr wrap="square" lIns="0" tIns="0" rIns="0" bIns="0" rtlCol="0"/>
          <a:lstStyle/>
          <a:p>
            <a:endParaRPr sz="1036"/>
          </a:p>
        </p:txBody>
      </p:sp>
      <p:sp>
        <p:nvSpPr>
          <p:cNvPr id="18" name="bk object 18"/>
          <p:cNvSpPr/>
          <p:nvPr/>
        </p:nvSpPr>
        <p:spPr>
          <a:xfrm>
            <a:off x="3375705" y="1"/>
            <a:ext cx="8816295" cy="6857519"/>
          </a:xfrm>
          <a:prstGeom prst="rect">
            <a:avLst/>
          </a:prstGeom>
          <a:blipFill>
            <a:blip r:embed="rId11" cstate="print"/>
            <a:stretch>
              <a:fillRect/>
            </a:stretch>
          </a:blipFill>
        </p:spPr>
        <p:txBody>
          <a:bodyPr wrap="square" lIns="0" tIns="0" rIns="0" bIns="0" rtlCol="0"/>
          <a:lstStyle/>
          <a:p>
            <a:endParaRPr sz="1036"/>
          </a:p>
        </p:txBody>
      </p:sp>
      <p:sp>
        <p:nvSpPr>
          <p:cNvPr id="19" name="bk object 19"/>
          <p:cNvSpPr/>
          <p:nvPr/>
        </p:nvSpPr>
        <p:spPr>
          <a:xfrm>
            <a:off x="1150043" y="2772774"/>
            <a:ext cx="9585839" cy="4084744"/>
          </a:xfrm>
          <a:prstGeom prst="rect">
            <a:avLst/>
          </a:prstGeom>
          <a:blipFill>
            <a:blip r:embed="rId12" cstate="print"/>
            <a:stretch>
              <a:fillRect/>
            </a:stretch>
          </a:blipFill>
        </p:spPr>
        <p:txBody>
          <a:bodyPr wrap="square" lIns="0" tIns="0" rIns="0" bIns="0" rtlCol="0"/>
          <a:lstStyle/>
          <a:p>
            <a:endParaRPr sz="1036"/>
          </a:p>
        </p:txBody>
      </p:sp>
      <p:sp>
        <p:nvSpPr>
          <p:cNvPr id="20" name="bk object 20"/>
          <p:cNvSpPr/>
          <p:nvPr/>
        </p:nvSpPr>
        <p:spPr>
          <a:xfrm>
            <a:off x="11222904" y="0"/>
            <a:ext cx="969097" cy="5328733"/>
          </a:xfrm>
          <a:prstGeom prst="rect">
            <a:avLst/>
          </a:prstGeom>
          <a:blipFill>
            <a:blip r:embed="rId13" cstate="print"/>
            <a:stretch>
              <a:fillRect/>
            </a:stretch>
          </a:blipFill>
        </p:spPr>
        <p:txBody>
          <a:bodyPr wrap="square" lIns="0" tIns="0" rIns="0" bIns="0" rtlCol="0"/>
          <a:lstStyle/>
          <a:p>
            <a:endParaRPr sz="1036"/>
          </a:p>
        </p:txBody>
      </p:sp>
      <p:sp>
        <p:nvSpPr>
          <p:cNvPr id="21" name="bk object 21"/>
          <p:cNvSpPr/>
          <p:nvPr/>
        </p:nvSpPr>
        <p:spPr>
          <a:xfrm>
            <a:off x="11829433" y="5404318"/>
            <a:ext cx="362566" cy="1015018"/>
          </a:xfrm>
          <a:prstGeom prst="rect">
            <a:avLst/>
          </a:prstGeom>
          <a:blipFill>
            <a:blip r:embed="rId14" cstate="print"/>
            <a:stretch>
              <a:fillRect/>
            </a:stretch>
          </a:blipFill>
        </p:spPr>
        <p:txBody>
          <a:bodyPr wrap="square" lIns="0" tIns="0" rIns="0" bIns="0" rtlCol="0"/>
          <a:lstStyle/>
          <a:p>
            <a:endParaRPr sz="1036"/>
          </a:p>
        </p:txBody>
      </p:sp>
      <p:sp>
        <p:nvSpPr>
          <p:cNvPr id="22" name="bk object 22"/>
          <p:cNvSpPr/>
          <p:nvPr/>
        </p:nvSpPr>
        <p:spPr>
          <a:xfrm>
            <a:off x="0" y="6664098"/>
            <a:ext cx="12192000" cy="193420"/>
          </a:xfrm>
          <a:prstGeom prst="rect">
            <a:avLst/>
          </a:prstGeom>
          <a:blipFill>
            <a:blip r:embed="rId15" cstate="print"/>
            <a:stretch>
              <a:fillRect/>
            </a:stretch>
          </a:blipFill>
        </p:spPr>
        <p:txBody>
          <a:bodyPr wrap="square" lIns="0" tIns="0" rIns="0" bIns="0" rtlCol="0"/>
          <a:lstStyle/>
          <a:p>
            <a:endParaRPr sz="1036"/>
          </a:p>
        </p:txBody>
      </p:sp>
      <p:sp>
        <p:nvSpPr>
          <p:cNvPr id="25" name="bk object 25"/>
          <p:cNvSpPr/>
          <p:nvPr/>
        </p:nvSpPr>
        <p:spPr>
          <a:xfrm>
            <a:off x="149057" y="6290115"/>
            <a:ext cx="885711" cy="314598"/>
          </a:xfrm>
          <a:custGeom>
            <a:avLst/>
            <a:gdLst/>
            <a:ahLst/>
            <a:cxnLst/>
            <a:rect l="l" t="t" r="r" b="b"/>
            <a:pathLst>
              <a:path w="1460500" h="518795">
                <a:moveTo>
                  <a:pt x="1245361" y="300710"/>
                </a:moveTo>
                <a:lnTo>
                  <a:pt x="638399" y="300710"/>
                </a:lnTo>
                <a:lnTo>
                  <a:pt x="640500" y="316656"/>
                </a:lnTo>
                <a:lnTo>
                  <a:pt x="642227" y="330193"/>
                </a:lnTo>
                <a:lnTo>
                  <a:pt x="649924" y="371910"/>
                </a:lnTo>
                <a:lnTo>
                  <a:pt x="679298" y="415220"/>
                </a:lnTo>
                <a:lnTo>
                  <a:pt x="721210" y="441181"/>
                </a:lnTo>
                <a:lnTo>
                  <a:pt x="764077" y="464152"/>
                </a:lnTo>
                <a:lnTo>
                  <a:pt x="808043" y="483682"/>
                </a:lnTo>
                <a:lnTo>
                  <a:pt x="853253" y="499320"/>
                </a:lnTo>
                <a:lnTo>
                  <a:pt x="899851" y="510616"/>
                </a:lnTo>
                <a:lnTo>
                  <a:pt x="947982" y="517119"/>
                </a:lnTo>
                <a:lnTo>
                  <a:pt x="997791" y="518379"/>
                </a:lnTo>
                <a:lnTo>
                  <a:pt x="1031822" y="516102"/>
                </a:lnTo>
                <a:lnTo>
                  <a:pt x="1065334" y="510607"/>
                </a:lnTo>
                <a:lnTo>
                  <a:pt x="1098193" y="500812"/>
                </a:lnTo>
                <a:lnTo>
                  <a:pt x="1130269" y="485636"/>
                </a:lnTo>
                <a:lnTo>
                  <a:pt x="1109619" y="465163"/>
                </a:lnTo>
                <a:lnTo>
                  <a:pt x="1089413" y="445538"/>
                </a:lnTo>
                <a:lnTo>
                  <a:pt x="1071925" y="424358"/>
                </a:lnTo>
                <a:lnTo>
                  <a:pt x="1059433" y="399220"/>
                </a:lnTo>
                <a:lnTo>
                  <a:pt x="1356462" y="399220"/>
                </a:lnTo>
                <a:lnTo>
                  <a:pt x="1325286" y="375621"/>
                </a:lnTo>
                <a:lnTo>
                  <a:pt x="1285715" y="341457"/>
                </a:lnTo>
                <a:lnTo>
                  <a:pt x="1248925" y="304469"/>
                </a:lnTo>
                <a:lnTo>
                  <a:pt x="1245361" y="300710"/>
                </a:lnTo>
                <a:close/>
              </a:path>
              <a:path w="1460500" h="518795">
                <a:moveTo>
                  <a:pt x="1356462" y="399220"/>
                </a:moveTo>
                <a:lnTo>
                  <a:pt x="1059433" y="399220"/>
                </a:lnTo>
                <a:lnTo>
                  <a:pt x="1099531" y="428351"/>
                </a:lnTo>
                <a:lnTo>
                  <a:pt x="1140449" y="452711"/>
                </a:lnTo>
                <a:lnTo>
                  <a:pt x="1182312" y="472045"/>
                </a:lnTo>
                <a:lnTo>
                  <a:pt x="1225246" y="486096"/>
                </a:lnTo>
                <a:lnTo>
                  <a:pt x="1269377" y="494607"/>
                </a:lnTo>
                <a:lnTo>
                  <a:pt x="1314829" y="497321"/>
                </a:lnTo>
                <a:lnTo>
                  <a:pt x="1361729" y="493982"/>
                </a:lnTo>
                <a:lnTo>
                  <a:pt x="1410202" y="484334"/>
                </a:lnTo>
                <a:lnTo>
                  <a:pt x="1460374" y="468118"/>
                </a:lnTo>
                <a:lnTo>
                  <a:pt x="1412647" y="438257"/>
                </a:lnTo>
                <a:lnTo>
                  <a:pt x="1367607" y="407657"/>
                </a:lnTo>
                <a:lnTo>
                  <a:pt x="1356462" y="399220"/>
                </a:lnTo>
                <a:close/>
              </a:path>
              <a:path w="1460500" h="518795">
                <a:moveTo>
                  <a:pt x="625425" y="114402"/>
                </a:moveTo>
                <a:lnTo>
                  <a:pt x="572713" y="115138"/>
                </a:lnTo>
                <a:lnTo>
                  <a:pt x="520451" y="118715"/>
                </a:lnTo>
                <a:lnTo>
                  <a:pt x="468710" y="125374"/>
                </a:lnTo>
                <a:lnTo>
                  <a:pt x="417563" y="135356"/>
                </a:lnTo>
                <a:lnTo>
                  <a:pt x="367083" y="148903"/>
                </a:lnTo>
                <a:lnTo>
                  <a:pt x="317341" y="166255"/>
                </a:lnTo>
                <a:lnTo>
                  <a:pt x="268410" y="187656"/>
                </a:lnTo>
                <a:lnTo>
                  <a:pt x="222668" y="211651"/>
                </a:lnTo>
                <a:lnTo>
                  <a:pt x="178815" y="238732"/>
                </a:lnTo>
                <a:lnTo>
                  <a:pt x="137646" y="269026"/>
                </a:lnTo>
                <a:lnTo>
                  <a:pt x="99961" y="302664"/>
                </a:lnTo>
                <a:lnTo>
                  <a:pt x="66556" y="339773"/>
                </a:lnTo>
                <a:lnTo>
                  <a:pt x="38230" y="380483"/>
                </a:lnTo>
                <a:lnTo>
                  <a:pt x="15778" y="424921"/>
                </a:lnTo>
                <a:lnTo>
                  <a:pt x="0" y="473218"/>
                </a:lnTo>
                <a:lnTo>
                  <a:pt x="24255" y="435449"/>
                </a:lnTo>
                <a:lnTo>
                  <a:pt x="52348" y="399819"/>
                </a:lnTo>
                <a:lnTo>
                  <a:pt x="84073" y="366887"/>
                </a:lnTo>
                <a:lnTo>
                  <a:pt x="119225" y="337210"/>
                </a:lnTo>
                <a:lnTo>
                  <a:pt x="157598" y="311345"/>
                </a:lnTo>
                <a:lnTo>
                  <a:pt x="198987" y="289850"/>
                </a:lnTo>
                <a:lnTo>
                  <a:pt x="243187" y="273282"/>
                </a:lnTo>
                <a:lnTo>
                  <a:pt x="289991" y="262198"/>
                </a:lnTo>
                <a:lnTo>
                  <a:pt x="342601" y="258035"/>
                </a:lnTo>
                <a:lnTo>
                  <a:pt x="1203767" y="258035"/>
                </a:lnTo>
                <a:lnTo>
                  <a:pt x="1190856" y="245345"/>
                </a:lnTo>
                <a:lnTo>
                  <a:pt x="1160332" y="217387"/>
                </a:lnTo>
                <a:lnTo>
                  <a:pt x="1128813" y="190493"/>
                </a:lnTo>
                <a:lnTo>
                  <a:pt x="1087031" y="157210"/>
                </a:lnTo>
                <a:lnTo>
                  <a:pt x="1057343" y="135406"/>
                </a:lnTo>
                <a:lnTo>
                  <a:pt x="854330" y="135406"/>
                </a:lnTo>
                <a:lnTo>
                  <a:pt x="765306" y="124540"/>
                </a:lnTo>
                <a:lnTo>
                  <a:pt x="721799" y="119707"/>
                </a:lnTo>
                <a:lnTo>
                  <a:pt x="678513" y="116265"/>
                </a:lnTo>
                <a:lnTo>
                  <a:pt x="625425" y="114402"/>
                </a:lnTo>
                <a:close/>
              </a:path>
              <a:path w="1460500" h="518795">
                <a:moveTo>
                  <a:pt x="1203767" y="258035"/>
                </a:moveTo>
                <a:lnTo>
                  <a:pt x="342601" y="258035"/>
                </a:lnTo>
                <a:lnTo>
                  <a:pt x="392490" y="262917"/>
                </a:lnTo>
                <a:lnTo>
                  <a:pt x="440114" y="275325"/>
                </a:lnTo>
                <a:lnTo>
                  <a:pt x="485931" y="293744"/>
                </a:lnTo>
                <a:lnTo>
                  <a:pt x="530400" y="316656"/>
                </a:lnTo>
                <a:lnTo>
                  <a:pt x="573978" y="342544"/>
                </a:lnTo>
                <a:lnTo>
                  <a:pt x="617122" y="369891"/>
                </a:lnTo>
                <a:lnTo>
                  <a:pt x="622034" y="352717"/>
                </a:lnTo>
                <a:lnTo>
                  <a:pt x="624988" y="335607"/>
                </a:lnTo>
                <a:lnTo>
                  <a:pt x="629329" y="318343"/>
                </a:lnTo>
                <a:lnTo>
                  <a:pt x="638399" y="300710"/>
                </a:lnTo>
                <a:lnTo>
                  <a:pt x="1245361" y="300710"/>
                </a:lnTo>
                <a:lnTo>
                  <a:pt x="1220386" y="274371"/>
                </a:lnTo>
                <a:lnTo>
                  <a:pt x="1203767" y="258035"/>
                </a:lnTo>
                <a:close/>
              </a:path>
              <a:path w="1460500" h="518795">
                <a:moveTo>
                  <a:pt x="976043" y="82749"/>
                </a:moveTo>
                <a:lnTo>
                  <a:pt x="610566" y="82749"/>
                </a:lnTo>
                <a:lnTo>
                  <a:pt x="663230" y="85380"/>
                </a:lnTo>
                <a:lnTo>
                  <a:pt x="712031" y="90958"/>
                </a:lnTo>
                <a:lnTo>
                  <a:pt x="756255" y="99116"/>
                </a:lnTo>
                <a:lnTo>
                  <a:pt x="795189" y="109487"/>
                </a:lnTo>
                <a:lnTo>
                  <a:pt x="828118" y="121706"/>
                </a:lnTo>
                <a:lnTo>
                  <a:pt x="854330" y="135406"/>
                </a:lnTo>
                <a:lnTo>
                  <a:pt x="1057343" y="135406"/>
                </a:lnTo>
                <a:lnTo>
                  <a:pt x="1044202" y="125755"/>
                </a:lnTo>
                <a:lnTo>
                  <a:pt x="1000086" y="96618"/>
                </a:lnTo>
                <a:lnTo>
                  <a:pt x="976043" y="82749"/>
                </a:lnTo>
                <a:close/>
              </a:path>
              <a:path w="1460500" h="518795">
                <a:moveTo>
                  <a:pt x="707055" y="0"/>
                </a:moveTo>
                <a:lnTo>
                  <a:pt x="658843" y="1093"/>
                </a:lnTo>
                <a:lnTo>
                  <a:pt x="611372" y="6685"/>
                </a:lnTo>
                <a:lnTo>
                  <a:pt x="564583" y="16336"/>
                </a:lnTo>
                <a:lnTo>
                  <a:pt x="518415" y="29611"/>
                </a:lnTo>
                <a:lnTo>
                  <a:pt x="472808" y="46071"/>
                </a:lnTo>
                <a:lnTo>
                  <a:pt x="427701" y="65280"/>
                </a:lnTo>
                <a:lnTo>
                  <a:pt x="383035" y="86800"/>
                </a:lnTo>
                <a:lnTo>
                  <a:pt x="348389" y="106179"/>
                </a:lnTo>
                <a:lnTo>
                  <a:pt x="314294" y="126611"/>
                </a:lnTo>
                <a:lnTo>
                  <a:pt x="375562" y="109015"/>
                </a:lnTo>
                <a:lnTo>
                  <a:pt x="436635" y="96183"/>
                </a:lnTo>
                <a:lnTo>
                  <a:pt x="496506" y="87791"/>
                </a:lnTo>
                <a:lnTo>
                  <a:pt x="554754" y="83430"/>
                </a:lnTo>
                <a:lnTo>
                  <a:pt x="610566" y="82749"/>
                </a:lnTo>
                <a:lnTo>
                  <a:pt x="976043" y="82749"/>
                </a:lnTo>
                <a:lnTo>
                  <a:pt x="954442" y="70288"/>
                </a:lnTo>
                <a:lnTo>
                  <a:pt x="907031" y="47258"/>
                </a:lnTo>
                <a:lnTo>
                  <a:pt x="857611" y="28016"/>
                </a:lnTo>
                <a:lnTo>
                  <a:pt x="805944" y="13054"/>
                </a:lnTo>
                <a:lnTo>
                  <a:pt x="756068" y="3841"/>
                </a:lnTo>
                <a:lnTo>
                  <a:pt x="707055" y="0"/>
                </a:lnTo>
                <a:close/>
              </a:path>
            </a:pathLst>
          </a:custGeom>
          <a:solidFill>
            <a:srgbClr val="95908E">
              <a:alpha val="29998"/>
            </a:srgbClr>
          </a:solidFill>
        </p:spPr>
        <p:txBody>
          <a:bodyPr wrap="square" lIns="0" tIns="0" rIns="0" bIns="0" rtlCol="0"/>
          <a:lstStyle/>
          <a:p>
            <a:endParaRPr sz="1036"/>
          </a:p>
        </p:txBody>
      </p:sp>
      <p:sp>
        <p:nvSpPr>
          <p:cNvPr id="27" name="bk object 27"/>
          <p:cNvSpPr/>
          <p:nvPr/>
        </p:nvSpPr>
        <p:spPr>
          <a:xfrm>
            <a:off x="10329965" y="4955624"/>
            <a:ext cx="480209" cy="456302"/>
          </a:xfrm>
          <a:custGeom>
            <a:avLst/>
            <a:gdLst/>
            <a:ahLst/>
            <a:cxnLst/>
            <a:rect l="l" t="t" r="r" b="b"/>
            <a:pathLst>
              <a:path w="791844" h="752475">
                <a:moveTo>
                  <a:pt x="674837" y="126645"/>
                </a:moveTo>
                <a:lnTo>
                  <a:pt x="303028" y="126645"/>
                </a:lnTo>
                <a:lnTo>
                  <a:pt x="250287" y="165459"/>
                </a:lnTo>
                <a:lnTo>
                  <a:pt x="200005" y="204517"/>
                </a:lnTo>
                <a:lnTo>
                  <a:pt x="161470" y="238903"/>
                </a:lnTo>
                <a:lnTo>
                  <a:pt x="125696" y="275465"/>
                </a:lnTo>
                <a:lnTo>
                  <a:pt x="93063" y="314422"/>
                </a:lnTo>
                <a:lnTo>
                  <a:pt x="63950" y="355991"/>
                </a:lnTo>
                <a:lnTo>
                  <a:pt x="38736" y="400391"/>
                </a:lnTo>
                <a:lnTo>
                  <a:pt x="17801" y="447839"/>
                </a:lnTo>
                <a:lnTo>
                  <a:pt x="4547" y="496881"/>
                </a:lnTo>
                <a:lnTo>
                  <a:pt x="0" y="548948"/>
                </a:lnTo>
                <a:lnTo>
                  <a:pt x="3372" y="602261"/>
                </a:lnTo>
                <a:lnTo>
                  <a:pt x="13878" y="655043"/>
                </a:lnTo>
                <a:lnTo>
                  <a:pt x="30733" y="705513"/>
                </a:lnTo>
                <a:lnTo>
                  <a:pt x="53150" y="751893"/>
                </a:lnTo>
                <a:lnTo>
                  <a:pt x="43215" y="707424"/>
                </a:lnTo>
                <a:lnTo>
                  <a:pt x="35016" y="659801"/>
                </a:lnTo>
                <a:lnTo>
                  <a:pt x="30904" y="610968"/>
                </a:lnTo>
                <a:lnTo>
                  <a:pt x="33226" y="562865"/>
                </a:lnTo>
                <a:lnTo>
                  <a:pt x="44333" y="517437"/>
                </a:lnTo>
                <a:lnTo>
                  <a:pt x="66574" y="476624"/>
                </a:lnTo>
                <a:lnTo>
                  <a:pt x="103706" y="438436"/>
                </a:lnTo>
                <a:lnTo>
                  <a:pt x="146468" y="411529"/>
                </a:lnTo>
                <a:lnTo>
                  <a:pt x="193446" y="393061"/>
                </a:lnTo>
                <a:lnTo>
                  <a:pt x="243225" y="380189"/>
                </a:lnTo>
                <a:lnTo>
                  <a:pt x="294389" y="370072"/>
                </a:lnTo>
                <a:lnTo>
                  <a:pt x="288392" y="358479"/>
                </a:lnTo>
                <a:lnTo>
                  <a:pt x="281391" y="347904"/>
                </a:lnTo>
                <a:lnTo>
                  <a:pt x="275051" y="336557"/>
                </a:lnTo>
                <a:lnTo>
                  <a:pt x="271039" y="322649"/>
                </a:lnTo>
                <a:lnTo>
                  <a:pt x="479229" y="322649"/>
                </a:lnTo>
                <a:lnTo>
                  <a:pt x="490916" y="317388"/>
                </a:lnTo>
                <a:lnTo>
                  <a:pt x="532633" y="291299"/>
                </a:lnTo>
                <a:lnTo>
                  <a:pt x="571061" y="258337"/>
                </a:lnTo>
                <a:lnTo>
                  <a:pt x="603066" y="220405"/>
                </a:lnTo>
                <a:lnTo>
                  <a:pt x="625081" y="174612"/>
                </a:lnTo>
                <a:lnTo>
                  <a:pt x="603858" y="174076"/>
                </a:lnTo>
                <a:lnTo>
                  <a:pt x="583293" y="173764"/>
                </a:lnTo>
                <a:lnTo>
                  <a:pt x="563389" y="171261"/>
                </a:lnTo>
                <a:lnTo>
                  <a:pt x="544151" y="164152"/>
                </a:lnTo>
                <a:lnTo>
                  <a:pt x="597280" y="156169"/>
                </a:lnTo>
                <a:lnTo>
                  <a:pt x="645945" y="141332"/>
                </a:lnTo>
                <a:lnTo>
                  <a:pt x="674837" y="126645"/>
                </a:lnTo>
                <a:close/>
              </a:path>
              <a:path w="791844" h="752475">
                <a:moveTo>
                  <a:pt x="536967" y="16555"/>
                </a:moveTo>
                <a:lnTo>
                  <a:pt x="476509" y="18470"/>
                </a:lnTo>
                <a:lnTo>
                  <a:pt x="422177" y="23403"/>
                </a:lnTo>
                <a:lnTo>
                  <a:pt x="368647" y="31562"/>
                </a:lnTo>
                <a:lnTo>
                  <a:pt x="316239" y="43993"/>
                </a:lnTo>
                <a:lnTo>
                  <a:pt x="265273" y="61744"/>
                </a:lnTo>
                <a:lnTo>
                  <a:pt x="216067" y="85861"/>
                </a:lnTo>
                <a:lnTo>
                  <a:pt x="170570" y="116900"/>
                </a:lnTo>
                <a:lnTo>
                  <a:pt x="131878" y="153167"/>
                </a:lnTo>
                <a:lnTo>
                  <a:pt x="99143" y="193977"/>
                </a:lnTo>
                <a:lnTo>
                  <a:pt x="71516" y="238646"/>
                </a:lnTo>
                <a:lnTo>
                  <a:pt x="48151" y="286490"/>
                </a:lnTo>
                <a:lnTo>
                  <a:pt x="28198" y="336827"/>
                </a:lnTo>
                <a:lnTo>
                  <a:pt x="15597" y="378458"/>
                </a:lnTo>
                <a:lnTo>
                  <a:pt x="11612" y="392417"/>
                </a:lnTo>
                <a:lnTo>
                  <a:pt x="44876" y="338055"/>
                </a:lnTo>
                <a:lnTo>
                  <a:pt x="81972" y="288886"/>
                </a:lnTo>
                <a:lnTo>
                  <a:pt x="121436" y="245334"/>
                </a:lnTo>
                <a:lnTo>
                  <a:pt x="161804" y="207822"/>
                </a:lnTo>
                <a:lnTo>
                  <a:pt x="201612" y="176773"/>
                </a:lnTo>
                <a:lnTo>
                  <a:pt x="239394" y="152612"/>
                </a:lnTo>
                <a:lnTo>
                  <a:pt x="273688" y="135762"/>
                </a:lnTo>
                <a:lnTo>
                  <a:pt x="303028" y="126645"/>
                </a:lnTo>
                <a:lnTo>
                  <a:pt x="674837" y="126645"/>
                </a:lnTo>
                <a:lnTo>
                  <a:pt x="689935" y="118970"/>
                </a:lnTo>
                <a:lnTo>
                  <a:pt x="729040" y="88408"/>
                </a:lnTo>
                <a:lnTo>
                  <a:pt x="763050" y="48976"/>
                </a:lnTo>
                <a:lnTo>
                  <a:pt x="780044" y="19982"/>
                </a:lnTo>
                <a:lnTo>
                  <a:pt x="645028" y="19982"/>
                </a:lnTo>
                <a:lnTo>
                  <a:pt x="597448" y="18889"/>
                </a:lnTo>
                <a:lnTo>
                  <a:pt x="567200" y="17191"/>
                </a:lnTo>
                <a:lnTo>
                  <a:pt x="536967" y="16555"/>
                </a:lnTo>
                <a:close/>
              </a:path>
              <a:path w="791844" h="752475">
                <a:moveTo>
                  <a:pt x="479229" y="322649"/>
                </a:moveTo>
                <a:lnTo>
                  <a:pt x="271039" y="322649"/>
                </a:lnTo>
                <a:lnTo>
                  <a:pt x="287853" y="336395"/>
                </a:lnTo>
                <a:lnTo>
                  <a:pt x="324167" y="360369"/>
                </a:lnTo>
                <a:lnTo>
                  <a:pt x="336469" y="363456"/>
                </a:lnTo>
                <a:lnTo>
                  <a:pt x="350147" y="363004"/>
                </a:lnTo>
                <a:lnTo>
                  <a:pt x="399260" y="352383"/>
                </a:lnTo>
                <a:lnTo>
                  <a:pt x="446321" y="337464"/>
                </a:lnTo>
                <a:lnTo>
                  <a:pt x="479229" y="322649"/>
                </a:lnTo>
                <a:close/>
              </a:path>
              <a:path w="791844" h="752475">
                <a:moveTo>
                  <a:pt x="791756" y="0"/>
                </a:moveTo>
                <a:lnTo>
                  <a:pt x="741538" y="9785"/>
                </a:lnTo>
                <a:lnTo>
                  <a:pt x="692843" y="16697"/>
                </a:lnTo>
                <a:lnTo>
                  <a:pt x="645028" y="19982"/>
                </a:lnTo>
                <a:lnTo>
                  <a:pt x="780044" y="19982"/>
                </a:lnTo>
                <a:lnTo>
                  <a:pt x="791756" y="0"/>
                </a:lnTo>
                <a:close/>
              </a:path>
            </a:pathLst>
          </a:custGeom>
          <a:solidFill>
            <a:srgbClr val="95908E">
              <a:alpha val="29998"/>
            </a:srgbClr>
          </a:solidFill>
        </p:spPr>
        <p:txBody>
          <a:bodyPr wrap="square" lIns="0" tIns="0" rIns="0" bIns="0" rtlCol="0"/>
          <a:lstStyle/>
          <a:p>
            <a:endParaRPr sz="1036"/>
          </a:p>
        </p:txBody>
      </p:sp>
      <p:sp>
        <p:nvSpPr>
          <p:cNvPr id="28" name="bk object 28"/>
          <p:cNvSpPr/>
          <p:nvPr/>
        </p:nvSpPr>
        <p:spPr>
          <a:xfrm>
            <a:off x="8784247" y="6347466"/>
            <a:ext cx="621923" cy="311517"/>
          </a:xfrm>
          <a:custGeom>
            <a:avLst/>
            <a:gdLst/>
            <a:ahLst/>
            <a:cxnLst/>
            <a:rect l="l" t="t" r="r" b="b"/>
            <a:pathLst>
              <a:path w="1025525" h="513715">
                <a:moveTo>
                  <a:pt x="0" y="0"/>
                </a:moveTo>
                <a:lnTo>
                  <a:pt x="33435" y="39232"/>
                </a:lnTo>
                <a:lnTo>
                  <a:pt x="63594" y="78551"/>
                </a:lnTo>
                <a:lnTo>
                  <a:pt x="90141" y="118888"/>
                </a:lnTo>
                <a:lnTo>
                  <a:pt x="112740" y="161178"/>
                </a:lnTo>
                <a:lnTo>
                  <a:pt x="126204" y="188577"/>
                </a:lnTo>
                <a:lnTo>
                  <a:pt x="140603" y="215430"/>
                </a:lnTo>
                <a:lnTo>
                  <a:pt x="172204" y="267531"/>
                </a:lnTo>
                <a:lnTo>
                  <a:pt x="203394" y="312782"/>
                </a:lnTo>
                <a:lnTo>
                  <a:pt x="237031" y="355728"/>
                </a:lnTo>
                <a:lnTo>
                  <a:pt x="273871" y="395573"/>
                </a:lnTo>
                <a:lnTo>
                  <a:pt x="314667" y="431522"/>
                </a:lnTo>
                <a:lnTo>
                  <a:pt x="360177" y="462781"/>
                </a:lnTo>
                <a:lnTo>
                  <a:pt x="402747" y="484385"/>
                </a:lnTo>
                <a:lnTo>
                  <a:pt x="446232" y="499589"/>
                </a:lnTo>
                <a:lnTo>
                  <a:pt x="490518" y="509074"/>
                </a:lnTo>
                <a:lnTo>
                  <a:pt x="535492" y="513524"/>
                </a:lnTo>
                <a:lnTo>
                  <a:pt x="581040" y="513620"/>
                </a:lnTo>
                <a:lnTo>
                  <a:pt x="627048" y="510045"/>
                </a:lnTo>
                <a:lnTo>
                  <a:pt x="673403" y="503482"/>
                </a:lnTo>
                <a:lnTo>
                  <a:pt x="687728" y="500698"/>
                </a:lnTo>
                <a:lnTo>
                  <a:pt x="701966" y="497422"/>
                </a:lnTo>
                <a:lnTo>
                  <a:pt x="730396" y="490529"/>
                </a:lnTo>
                <a:lnTo>
                  <a:pt x="666221" y="488233"/>
                </a:lnTo>
                <a:lnTo>
                  <a:pt x="604710" y="480004"/>
                </a:lnTo>
                <a:lnTo>
                  <a:pt x="546960" y="466918"/>
                </a:lnTo>
                <a:lnTo>
                  <a:pt x="494064" y="450050"/>
                </a:lnTo>
                <a:lnTo>
                  <a:pt x="447120" y="430475"/>
                </a:lnTo>
                <a:lnTo>
                  <a:pt x="407223" y="409268"/>
                </a:lnTo>
                <a:lnTo>
                  <a:pt x="375469" y="387505"/>
                </a:lnTo>
                <a:lnTo>
                  <a:pt x="352952" y="366261"/>
                </a:lnTo>
                <a:lnTo>
                  <a:pt x="686988" y="366261"/>
                </a:lnTo>
                <a:lnTo>
                  <a:pt x="680438" y="362718"/>
                </a:lnTo>
                <a:lnTo>
                  <a:pt x="640986" y="330623"/>
                </a:lnTo>
                <a:lnTo>
                  <a:pt x="608971" y="297362"/>
                </a:lnTo>
                <a:lnTo>
                  <a:pt x="540789" y="297362"/>
                </a:lnTo>
                <a:lnTo>
                  <a:pt x="542769" y="285897"/>
                </a:lnTo>
                <a:lnTo>
                  <a:pt x="544555" y="275780"/>
                </a:lnTo>
                <a:lnTo>
                  <a:pt x="546061" y="266657"/>
                </a:lnTo>
                <a:lnTo>
                  <a:pt x="547239" y="257918"/>
                </a:lnTo>
                <a:lnTo>
                  <a:pt x="548268" y="244826"/>
                </a:lnTo>
                <a:lnTo>
                  <a:pt x="547628" y="232068"/>
                </a:lnTo>
                <a:lnTo>
                  <a:pt x="503469" y="170126"/>
                </a:lnTo>
                <a:lnTo>
                  <a:pt x="467091" y="136214"/>
                </a:lnTo>
                <a:lnTo>
                  <a:pt x="466921" y="136090"/>
                </a:lnTo>
                <a:lnTo>
                  <a:pt x="266557" y="136090"/>
                </a:lnTo>
                <a:lnTo>
                  <a:pt x="238245" y="99081"/>
                </a:lnTo>
                <a:lnTo>
                  <a:pt x="207189" y="67386"/>
                </a:lnTo>
                <a:lnTo>
                  <a:pt x="173082" y="41330"/>
                </a:lnTo>
                <a:lnTo>
                  <a:pt x="135616" y="21238"/>
                </a:lnTo>
                <a:lnTo>
                  <a:pt x="94485" y="7436"/>
                </a:lnTo>
                <a:lnTo>
                  <a:pt x="49382" y="248"/>
                </a:lnTo>
                <a:lnTo>
                  <a:pt x="0" y="0"/>
                </a:lnTo>
                <a:close/>
              </a:path>
              <a:path w="1025525" h="513715">
                <a:moveTo>
                  <a:pt x="686988" y="366261"/>
                </a:moveTo>
                <a:lnTo>
                  <a:pt x="352952" y="366261"/>
                </a:lnTo>
                <a:lnTo>
                  <a:pt x="413110" y="393350"/>
                </a:lnTo>
                <a:lnTo>
                  <a:pt x="472278" y="418154"/>
                </a:lnTo>
                <a:lnTo>
                  <a:pt x="521520" y="434963"/>
                </a:lnTo>
                <a:lnTo>
                  <a:pt x="571304" y="448269"/>
                </a:lnTo>
                <a:lnTo>
                  <a:pt x="621634" y="457632"/>
                </a:lnTo>
                <a:lnTo>
                  <a:pt x="672514" y="462614"/>
                </a:lnTo>
                <a:lnTo>
                  <a:pt x="723950" y="462773"/>
                </a:lnTo>
                <a:lnTo>
                  <a:pt x="775944" y="457671"/>
                </a:lnTo>
                <a:lnTo>
                  <a:pt x="825555" y="445052"/>
                </a:lnTo>
                <a:lnTo>
                  <a:pt x="873507" y="423289"/>
                </a:lnTo>
                <a:lnTo>
                  <a:pt x="908399" y="400605"/>
                </a:lnTo>
                <a:lnTo>
                  <a:pt x="777096" y="400605"/>
                </a:lnTo>
                <a:lnTo>
                  <a:pt x="725210" y="386931"/>
                </a:lnTo>
                <a:lnTo>
                  <a:pt x="686988" y="366261"/>
                </a:lnTo>
                <a:close/>
              </a:path>
              <a:path w="1025525" h="513715">
                <a:moveTo>
                  <a:pt x="1025340" y="276221"/>
                </a:moveTo>
                <a:lnTo>
                  <a:pt x="991223" y="306945"/>
                </a:lnTo>
                <a:lnTo>
                  <a:pt x="953481" y="337701"/>
                </a:lnTo>
                <a:lnTo>
                  <a:pt x="912656" y="365467"/>
                </a:lnTo>
                <a:lnTo>
                  <a:pt x="869290" y="387221"/>
                </a:lnTo>
                <a:lnTo>
                  <a:pt x="823923" y="399941"/>
                </a:lnTo>
                <a:lnTo>
                  <a:pt x="777096" y="400605"/>
                </a:lnTo>
                <a:lnTo>
                  <a:pt x="908399" y="400605"/>
                </a:lnTo>
                <a:lnTo>
                  <a:pt x="918630" y="393953"/>
                </a:lnTo>
                <a:lnTo>
                  <a:pt x="959756" y="358616"/>
                </a:lnTo>
                <a:lnTo>
                  <a:pt x="995715" y="318848"/>
                </a:lnTo>
                <a:lnTo>
                  <a:pt x="1025340" y="276221"/>
                </a:lnTo>
                <a:close/>
              </a:path>
              <a:path w="1025525" h="513715">
                <a:moveTo>
                  <a:pt x="570872" y="253405"/>
                </a:moveTo>
                <a:lnTo>
                  <a:pt x="563658" y="264404"/>
                </a:lnTo>
                <a:lnTo>
                  <a:pt x="557812" y="275822"/>
                </a:lnTo>
                <a:lnTo>
                  <a:pt x="551013" y="286959"/>
                </a:lnTo>
                <a:lnTo>
                  <a:pt x="540789" y="297362"/>
                </a:lnTo>
                <a:lnTo>
                  <a:pt x="608971" y="297362"/>
                </a:lnTo>
                <a:lnTo>
                  <a:pt x="605061" y="293300"/>
                </a:lnTo>
                <a:lnTo>
                  <a:pt x="570872" y="253405"/>
                </a:lnTo>
                <a:close/>
              </a:path>
              <a:path w="1025525" h="513715">
                <a:moveTo>
                  <a:pt x="261571" y="56240"/>
                </a:moveTo>
                <a:lnTo>
                  <a:pt x="235720" y="59872"/>
                </a:lnTo>
                <a:lnTo>
                  <a:pt x="245755" y="78786"/>
                </a:lnTo>
                <a:lnTo>
                  <a:pt x="255650" y="96995"/>
                </a:lnTo>
                <a:lnTo>
                  <a:pt x="263289" y="115698"/>
                </a:lnTo>
                <a:lnTo>
                  <a:pt x="266557" y="136090"/>
                </a:lnTo>
                <a:lnTo>
                  <a:pt x="466921" y="136090"/>
                </a:lnTo>
                <a:lnTo>
                  <a:pt x="427408" y="107011"/>
                </a:lnTo>
                <a:lnTo>
                  <a:pt x="383870" y="83302"/>
                </a:lnTo>
                <a:lnTo>
                  <a:pt x="335926" y="65872"/>
                </a:lnTo>
                <a:lnTo>
                  <a:pt x="286793" y="56554"/>
                </a:lnTo>
                <a:lnTo>
                  <a:pt x="261571" y="56240"/>
                </a:lnTo>
                <a:close/>
              </a:path>
            </a:pathLst>
          </a:custGeom>
          <a:solidFill>
            <a:srgbClr val="95908E">
              <a:alpha val="29998"/>
            </a:srgbClr>
          </a:solidFill>
        </p:spPr>
        <p:txBody>
          <a:bodyPr wrap="square" lIns="0" tIns="0" rIns="0" bIns="0" rtlCol="0"/>
          <a:lstStyle/>
          <a:p>
            <a:endParaRPr sz="1036"/>
          </a:p>
        </p:txBody>
      </p:sp>
      <p:sp>
        <p:nvSpPr>
          <p:cNvPr id="29" name="bk object 29"/>
          <p:cNvSpPr/>
          <p:nvPr/>
        </p:nvSpPr>
        <p:spPr>
          <a:xfrm>
            <a:off x="4305878" y="6354632"/>
            <a:ext cx="799450" cy="291108"/>
          </a:xfrm>
          <a:custGeom>
            <a:avLst/>
            <a:gdLst/>
            <a:ahLst/>
            <a:cxnLst/>
            <a:rect l="l" t="t" r="r" b="b"/>
            <a:pathLst>
              <a:path w="1318259" h="480059">
                <a:moveTo>
                  <a:pt x="149227" y="13107"/>
                </a:moveTo>
                <a:lnTo>
                  <a:pt x="101493" y="13455"/>
                </a:lnTo>
                <a:lnTo>
                  <a:pt x="51807" y="20982"/>
                </a:lnTo>
                <a:lnTo>
                  <a:pt x="0" y="36019"/>
                </a:lnTo>
                <a:lnTo>
                  <a:pt x="42945" y="64307"/>
                </a:lnTo>
                <a:lnTo>
                  <a:pt x="83418" y="93213"/>
                </a:lnTo>
                <a:lnTo>
                  <a:pt x="121377" y="123370"/>
                </a:lnTo>
                <a:lnTo>
                  <a:pt x="156777" y="155413"/>
                </a:lnTo>
                <a:lnTo>
                  <a:pt x="189575" y="189973"/>
                </a:lnTo>
                <a:lnTo>
                  <a:pt x="215008" y="218061"/>
                </a:lnTo>
                <a:lnTo>
                  <a:pt x="241356" y="245190"/>
                </a:lnTo>
                <a:lnTo>
                  <a:pt x="296860" y="296598"/>
                </a:lnTo>
                <a:lnTo>
                  <a:pt x="334305" y="327888"/>
                </a:lnTo>
                <a:lnTo>
                  <a:pt x="372744" y="357526"/>
                </a:lnTo>
                <a:lnTo>
                  <a:pt x="412406" y="385071"/>
                </a:lnTo>
                <a:lnTo>
                  <a:pt x="453522" y="410084"/>
                </a:lnTo>
                <a:lnTo>
                  <a:pt x="496324" y="432124"/>
                </a:lnTo>
                <a:lnTo>
                  <a:pt x="541043" y="450751"/>
                </a:lnTo>
                <a:lnTo>
                  <a:pt x="587908" y="465525"/>
                </a:lnTo>
                <a:lnTo>
                  <a:pt x="638869" y="475828"/>
                </a:lnTo>
                <a:lnTo>
                  <a:pt x="688988" y="479964"/>
                </a:lnTo>
                <a:lnTo>
                  <a:pt x="738330" y="478501"/>
                </a:lnTo>
                <a:lnTo>
                  <a:pt x="786960" y="472011"/>
                </a:lnTo>
                <a:lnTo>
                  <a:pt x="834942" y="461065"/>
                </a:lnTo>
                <a:lnTo>
                  <a:pt x="882340" y="446232"/>
                </a:lnTo>
                <a:lnTo>
                  <a:pt x="929220" y="428084"/>
                </a:lnTo>
                <a:lnTo>
                  <a:pt x="975645" y="407191"/>
                </a:lnTo>
                <a:lnTo>
                  <a:pt x="976499" y="406758"/>
                </a:lnTo>
                <a:lnTo>
                  <a:pt x="798062" y="406758"/>
                </a:lnTo>
                <a:lnTo>
                  <a:pt x="743360" y="404622"/>
                </a:lnTo>
                <a:lnTo>
                  <a:pt x="692614" y="399119"/>
                </a:lnTo>
                <a:lnTo>
                  <a:pt x="646682" y="390714"/>
                </a:lnTo>
                <a:lnTo>
                  <a:pt x="606420" y="379874"/>
                </a:lnTo>
                <a:lnTo>
                  <a:pt x="546339" y="352753"/>
                </a:lnTo>
                <a:lnTo>
                  <a:pt x="983579" y="352753"/>
                </a:lnTo>
                <a:lnTo>
                  <a:pt x="991522" y="350819"/>
                </a:lnTo>
                <a:lnTo>
                  <a:pt x="1037311" y="336035"/>
                </a:lnTo>
                <a:lnTo>
                  <a:pt x="1082448" y="317540"/>
                </a:lnTo>
                <a:lnTo>
                  <a:pt x="1124074" y="294598"/>
                </a:lnTo>
                <a:lnTo>
                  <a:pt x="1162954" y="265516"/>
                </a:lnTo>
                <a:lnTo>
                  <a:pt x="1177388" y="251690"/>
                </a:lnTo>
                <a:lnTo>
                  <a:pt x="1016209" y="251690"/>
                </a:lnTo>
                <a:lnTo>
                  <a:pt x="970764" y="246168"/>
                </a:lnTo>
                <a:lnTo>
                  <a:pt x="927546" y="233820"/>
                </a:lnTo>
                <a:lnTo>
                  <a:pt x="886105" y="216022"/>
                </a:lnTo>
                <a:lnTo>
                  <a:pt x="868442" y="206391"/>
                </a:lnTo>
                <a:lnTo>
                  <a:pt x="747045" y="206391"/>
                </a:lnTo>
                <a:lnTo>
                  <a:pt x="745263" y="189973"/>
                </a:lnTo>
                <a:lnTo>
                  <a:pt x="744140" y="179264"/>
                </a:lnTo>
                <a:lnTo>
                  <a:pt x="742835" y="167960"/>
                </a:lnTo>
                <a:lnTo>
                  <a:pt x="732907" y="126157"/>
                </a:lnTo>
                <a:lnTo>
                  <a:pt x="719176" y="107504"/>
                </a:lnTo>
                <a:lnTo>
                  <a:pt x="364638" y="107504"/>
                </a:lnTo>
                <a:lnTo>
                  <a:pt x="324085" y="76908"/>
                </a:lnTo>
                <a:lnTo>
                  <a:pt x="282440" y="51840"/>
                </a:lnTo>
                <a:lnTo>
                  <a:pt x="239529" y="32630"/>
                </a:lnTo>
                <a:lnTo>
                  <a:pt x="195182" y="19609"/>
                </a:lnTo>
                <a:lnTo>
                  <a:pt x="149227" y="13107"/>
                </a:lnTo>
                <a:close/>
              </a:path>
              <a:path w="1318259" h="480059">
                <a:moveTo>
                  <a:pt x="1039277" y="372313"/>
                </a:moveTo>
                <a:lnTo>
                  <a:pt x="977327" y="388305"/>
                </a:lnTo>
                <a:lnTo>
                  <a:pt x="915903" y="399066"/>
                </a:lnTo>
                <a:lnTo>
                  <a:pt x="855862" y="405062"/>
                </a:lnTo>
                <a:lnTo>
                  <a:pt x="798062" y="406758"/>
                </a:lnTo>
                <a:lnTo>
                  <a:pt x="976499" y="406758"/>
                </a:lnTo>
                <a:lnTo>
                  <a:pt x="991809" y="398991"/>
                </a:lnTo>
                <a:lnTo>
                  <a:pt x="1007693" y="390223"/>
                </a:lnTo>
                <a:lnTo>
                  <a:pt x="1039277" y="372313"/>
                </a:lnTo>
                <a:close/>
              </a:path>
              <a:path w="1318259" h="480059">
                <a:moveTo>
                  <a:pt x="983579" y="352753"/>
                </a:moveTo>
                <a:lnTo>
                  <a:pt x="546339" y="352753"/>
                </a:lnTo>
                <a:lnTo>
                  <a:pt x="627377" y="364581"/>
                </a:lnTo>
                <a:lnTo>
                  <a:pt x="667000" y="369924"/>
                </a:lnTo>
                <a:lnTo>
                  <a:pt x="706460" y="373999"/>
                </a:lnTo>
                <a:lnTo>
                  <a:pt x="754898" y="376825"/>
                </a:lnTo>
                <a:lnTo>
                  <a:pt x="803046" y="377272"/>
                </a:lnTo>
                <a:lnTo>
                  <a:pt x="850842" y="375117"/>
                </a:lnTo>
                <a:lnTo>
                  <a:pt x="898227" y="370137"/>
                </a:lnTo>
                <a:lnTo>
                  <a:pt x="945141" y="362112"/>
                </a:lnTo>
                <a:lnTo>
                  <a:pt x="983579" y="352753"/>
                </a:lnTo>
                <a:close/>
              </a:path>
              <a:path w="1318259" h="480059">
                <a:moveTo>
                  <a:pt x="1318221" y="15811"/>
                </a:moveTo>
                <a:lnTo>
                  <a:pt x="1292554" y="57060"/>
                </a:lnTo>
                <a:lnTo>
                  <a:pt x="1263758" y="99644"/>
                </a:lnTo>
                <a:lnTo>
                  <a:pt x="1231590" y="141174"/>
                </a:lnTo>
                <a:lnTo>
                  <a:pt x="1195807" y="179264"/>
                </a:lnTo>
                <a:lnTo>
                  <a:pt x="1156165" y="211524"/>
                </a:lnTo>
                <a:lnTo>
                  <a:pt x="1112421" y="235568"/>
                </a:lnTo>
                <a:lnTo>
                  <a:pt x="1064334" y="249008"/>
                </a:lnTo>
                <a:lnTo>
                  <a:pt x="1016209" y="251690"/>
                </a:lnTo>
                <a:lnTo>
                  <a:pt x="1177388" y="251690"/>
                </a:lnTo>
                <a:lnTo>
                  <a:pt x="1231021" y="192767"/>
                </a:lnTo>
                <a:lnTo>
                  <a:pt x="1259482" y="151020"/>
                </a:lnTo>
                <a:lnTo>
                  <a:pt x="1283745" y="106972"/>
                </a:lnTo>
                <a:lnTo>
                  <a:pt x="1303446" y="61582"/>
                </a:lnTo>
                <a:lnTo>
                  <a:pt x="1318221" y="15811"/>
                </a:lnTo>
                <a:close/>
              </a:path>
              <a:path w="1318259" h="480059">
                <a:moveTo>
                  <a:pt x="767934" y="143691"/>
                </a:moveTo>
                <a:lnTo>
                  <a:pt x="763077" y="159277"/>
                </a:lnTo>
                <a:lnTo>
                  <a:pt x="760010" y="174833"/>
                </a:lnTo>
                <a:lnTo>
                  <a:pt x="755683" y="190494"/>
                </a:lnTo>
                <a:lnTo>
                  <a:pt x="747045" y="206391"/>
                </a:lnTo>
                <a:lnTo>
                  <a:pt x="868442" y="206391"/>
                </a:lnTo>
                <a:lnTo>
                  <a:pt x="845990" y="194150"/>
                </a:lnTo>
                <a:lnTo>
                  <a:pt x="806750" y="169581"/>
                </a:lnTo>
                <a:lnTo>
                  <a:pt x="767934" y="143691"/>
                </a:lnTo>
                <a:close/>
              </a:path>
              <a:path w="1318259" h="480059">
                <a:moveTo>
                  <a:pt x="423474" y="0"/>
                </a:moveTo>
                <a:lnTo>
                  <a:pt x="392349" y="1348"/>
                </a:lnTo>
                <a:lnTo>
                  <a:pt x="361639" y="5646"/>
                </a:lnTo>
                <a:lnTo>
                  <a:pt x="331434" y="13882"/>
                </a:lnTo>
                <a:lnTo>
                  <a:pt x="301823" y="27046"/>
                </a:lnTo>
                <a:lnTo>
                  <a:pt x="320240" y="46183"/>
                </a:lnTo>
                <a:lnTo>
                  <a:pt x="338264" y="64538"/>
                </a:lnTo>
                <a:lnTo>
                  <a:pt x="353771" y="84261"/>
                </a:lnTo>
                <a:lnTo>
                  <a:pt x="364638" y="107504"/>
                </a:lnTo>
                <a:lnTo>
                  <a:pt x="719176" y="107504"/>
                </a:lnTo>
                <a:lnTo>
                  <a:pt x="668022" y="72524"/>
                </a:lnTo>
                <a:lnTo>
                  <a:pt x="622627" y="47857"/>
                </a:lnTo>
                <a:lnTo>
                  <a:pt x="575702" y="27620"/>
                </a:lnTo>
                <a:lnTo>
                  <a:pt x="527020" y="12465"/>
                </a:lnTo>
                <a:lnTo>
                  <a:pt x="476353" y="3041"/>
                </a:lnTo>
                <a:lnTo>
                  <a:pt x="423474" y="0"/>
                </a:lnTo>
                <a:close/>
              </a:path>
            </a:pathLst>
          </a:custGeom>
          <a:solidFill>
            <a:srgbClr val="95908E">
              <a:alpha val="29998"/>
            </a:srgbClr>
          </a:solidFill>
        </p:spPr>
        <p:txBody>
          <a:bodyPr wrap="square" lIns="0" tIns="0" rIns="0" bIns="0" rtlCol="0"/>
          <a:lstStyle/>
          <a:p>
            <a:endParaRPr sz="1036"/>
          </a:p>
        </p:txBody>
      </p:sp>
      <p:sp>
        <p:nvSpPr>
          <p:cNvPr id="30" name="bk object 30"/>
          <p:cNvSpPr/>
          <p:nvPr/>
        </p:nvSpPr>
        <p:spPr>
          <a:xfrm>
            <a:off x="10476408" y="5620319"/>
            <a:ext cx="289203" cy="775135"/>
          </a:xfrm>
          <a:custGeom>
            <a:avLst/>
            <a:gdLst/>
            <a:ahLst/>
            <a:cxnLst/>
            <a:rect l="l" t="t" r="r" b="b"/>
            <a:pathLst>
              <a:path w="476884" h="1278254">
                <a:moveTo>
                  <a:pt x="372712" y="920788"/>
                </a:moveTo>
                <a:lnTo>
                  <a:pt x="156644" y="920788"/>
                </a:lnTo>
                <a:lnTo>
                  <a:pt x="132161" y="963129"/>
                </a:lnTo>
                <a:lnTo>
                  <a:pt x="113090" y="1005869"/>
                </a:lnTo>
                <a:lnTo>
                  <a:pt x="99767" y="1049131"/>
                </a:lnTo>
                <a:lnTo>
                  <a:pt x="92527" y="1093042"/>
                </a:lnTo>
                <a:lnTo>
                  <a:pt x="91705" y="1137725"/>
                </a:lnTo>
                <a:lnTo>
                  <a:pt x="97638" y="1183306"/>
                </a:lnTo>
                <a:lnTo>
                  <a:pt x="110659" y="1229908"/>
                </a:lnTo>
                <a:lnTo>
                  <a:pt x="131105" y="1277657"/>
                </a:lnTo>
                <a:lnTo>
                  <a:pt x="153096" y="1233299"/>
                </a:lnTo>
                <a:lnTo>
                  <a:pt x="175973" y="1191226"/>
                </a:lnTo>
                <a:lnTo>
                  <a:pt x="200343" y="1151411"/>
                </a:lnTo>
                <a:lnTo>
                  <a:pt x="226814" y="1113825"/>
                </a:lnTo>
                <a:lnTo>
                  <a:pt x="255992" y="1078438"/>
                </a:lnTo>
                <a:lnTo>
                  <a:pt x="279846" y="1050836"/>
                </a:lnTo>
                <a:lnTo>
                  <a:pt x="302687" y="1022475"/>
                </a:lnTo>
                <a:lnTo>
                  <a:pt x="324514" y="993342"/>
                </a:lnTo>
                <a:lnTo>
                  <a:pt x="345329" y="963426"/>
                </a:lnTo>
                <a:lnTo>
                  <a:pt x="370832" y="923964"/>
                </a:lnTo>
                <a:lnTo>
                  <a:pt x="372712" y="920788"/>
                </a:lnTo>
                <a:close/>
              </a:path>
              <a:path w="476884" h="1278254">
                <a:moveTo>
                  <a:pt x="0" y="0"/>
                </a:moveTo>
                <a:lnTo>
                  <a:pt x="40060" y="20812"/>
                </a:lnTo>
                <a:lnTo>
                  <a:pt x="78019" y="46231"/>
                </a:lnTo>
                <a:lnTo>
                  <a:pt x="113122" y="76059"/>
                </a:lnTo>
                <a:lnTo>
                  <a:pt x="144612" y="110096"/>
                </a:lnTo>
                <a:lnTo>
                  <a:pt x="171733" y="148146"/>
                </a:lnTo>
                <a:lnTo>
                  <a:pt x="193730" y="190010"/>
                </a:lnTo>
                <a:lnTo>
                  <a:pt x="209847" y="235490"/>
                </a:lnTo>
                <a:lnTo>
                  <a:pt x="218586" y="288631"/>
                </a:lnTo>
                <a:lnTo>
                  <a:pt x="216539" y="339654"/>
                </a:lnTo>
                <a:lnTo>
                  <a:pt x="205877" y="388988"/>
                </a:lnTo>
                <a:lnTo>
                  <a:pt x="188774" y="437061"/>
                </a:lnTo>
                <a:lnTo>
                  <a:pt x="167405" y="484304"/>
                </a:lnTo>
                <a:lnTo>
                  <a:pt x="143943" y="531146"/>
                </a:lnTo>
                <a:lnTo>
                  <a:pt x="159408" y="533949"/>
                </a:lnTo>
                <a:lnTo>
                  <a:pt x="174636" y="535047"/>
                </a:lnTo>
                <a:lnTo>
                  <a:pt x="190111" y="537349"/>
                </a:lnTo>
                <a:lnTo>
                  <a:pt x="206318" y="543763"/>
                </a:lnTo>
                <a:lnTo>
                  <a:pt x="180870" y="549671"/>
                </a:lnTo>
                <a:lnTo>
                  <a:pt x="170079" y="552280"/>
                </a:lnTo>
                <a:lnTo>
                  <a:pt x="131293" y="566683"/>
                </a:lnTo>
                <a:lnTo>
                  <a:pt x="87651" y="634973"/>
                </a:lnTo>
                <a:lnTo>
                  <a:pt x="69404" y="681244"/>
                </a:lnTo>
                <a:lnTo>
                  <a:pt x="55567" y="728462"/>
                </a:lnTo>
                <a:lnTo>
                  <a:pt x="46791" y="776763"/>
                </a:lnTo>
                <a:lnTo>
                  <a:pt x="43723" y="826286"/>
                </a:lnTo>
                <a:lnTo>
                  <a:pt x="47014" y="877167"/>
                </a:lnTo>
                <a:lnTo>
                  <a:pt x="51954" y="906761"/>
                </a:lnTo>
                <a:lnTo>
                  <a:pt x="59668" y="935612"/>
                </a:lnTo>
                <a:lnTo>
                  <a:pt x="71089" y="963518"/>
                </a:lnTo>
                <a:lnTo>
                  <a:pt x="87149" y="990273"/>
                </a:lnTo>
                <a:lnTo>
                  <a:pt x="103277" y="970427"/>
                </a:lnTo>
                <a:lnTo>
                  <a:pt x="118704" y="951043"/>
                </a:lnTo>
                <a:lnTo>
                  <a:pt x="135727" y="933903"/>
                </a:lnTo>
                <a:lnTo>
                  <a:pt x="156644" y="920788"/>
                </a:lnTo>
                <a:lnTo>
                  <a:pt x="372712" y="920788"/>
                </a:lnTo>
                <a:lnTo>
                  <a:pt x="394644" y="883747"/>
                </a:lnTo>
                <a:lnTo>
                  <a:pt x="416316" y="842606"/>
                </a:lnTo>
                <a:lnTo>
                  <a:pt x="435398" y="800374"/>
                </a:lnTo>
                <a:lnTo>
                  <a:pt x="451442" y="756881"/>
                </a:lnTo>
                <a:lnTo>
                  <a:pt x="462198" y="718396"/>
                </a:lnTo>
                <a:lnTo>
                  <a:pt x="369737" y="718396"/>
                </a:lnTo>
                <a:lnTo>
                  <a:pt x="370553" y="678600"/>
                </a:lnTo>
                <a:lnTo>
                  <a:pt x="371529" y="639566"/>
                </a:lnTo>
                <a:lnTo>
                  <a:pt x="371988" y="601067"/>
                </a:lnTo>
                <a:lnTo>
                  <a:pt x="371255" y="562872"/>
                </a:lnTo>
                <a:lnTo>
                  <a:pt x="367675" y="509633"/>
                </a:lnTo>
                <a:lnTo>
                  <a:pt x="361129" y="457134"/>
                </a:lnTo>
                <a:lnTo>
                  <a:pt x="351310" y="405501"/>
                </a:lnTo>
                <a:lnTo>
                  <a:pt x="337913" y="354860"/>
                </a:lnTo>
                <a:lnTo>
                  <a:pt x="320632" y="305337"/>
                </a:lnTo>
                <a:lnTo>
                  <a:pt x="299162" y="257058"/>
                </a:lnTo>
                <a:lnTo>
                  <a:pt x="273195" y="210150"/>
                </a:lnTo>
                <a:lnTo>
                  <a:pt x="244457" y="166919"/>
                </a:lnTo>
                <a:lnTo>
                  <a:pt x="212397" y="126326"/>
                </a:lnTo>
                <a:lnTo>
                  <a:pt x="176951" y="89431"/>
                </a:lnTo>
                <a:lnTo>
                  <a:pt x="138054" y="57291"/>
                </a:lnTo>
                <a:lnTo>
                  <a:pt x="95640" y="30967"/>
                </a:lnTo>
                <a:lnTo>
                  <a:pt x="49644" y="11517"/>
                </a:lnTo>
                <a:lnTo>
                  <a:pt x="0" y="0"/>
                </a:lnTo>
                <a:close/>
              </a:path>
              <a:path w="476884" h="1278254">
                <a:moveTo>
                  <a:pt x="330607" y="244997"/>
                </a:moveTo>
                <a:lnTo>
                  <a:pt x="353158" y="302327"/>
                </a:lnTo>
                <a:lnTo>
                  <a:pt x="370647" y="359768"/>
                </a:lnTo>
                <a:lnTo>
                  <a:pt x="383420" y="416446"/>
                </a:lnTo>
                <a:lnTo>
                  <a:pt x="391821" y="471488"/>
                </a:lnTo>
                <a:lnTo>
                  <a:pt x="396196" y="524018"/>
                </a:lnTo>
                <a:lnTo>
                  <a:pt x="396888" y="573162"/>
                </a:lnTo>
                <a:lnTo>
                  <a:pt x="394244" y="618046"/>
                </a:lnTo>
                <a:lnTo>
                  <a:pt x="388607" y="657796"/>
                </a:lnTo>
                <a:lnTo>
                  <a:pt x="380323" y="691538"/>
                </a:lnTo>
                <a:lnTo>
                  <a:pt x="369737" y="718396"/>
                </a:lnTo>
                <a:lnTo>
                  <a:pt x="462198" y="718396"/>
                </a:lnTo>
                <a:lnTo>
                  <a:pt x="463997" y="711961"/>
                </a:lnTo>
                <a:lnTo>
                  <a:pt x="472613" y="665445"/>
                </a:lnTo>
                <a:lnTo>
                  <a:pt x="476486" y="615532"/>
                </a:lnTo>
                <a:lnTo>
                  <a:pt x="474563" y="567146"/>
                </a:lnTo>
                <a:lnTo>
                  <a:pt x="467380" y="520160"/>
                </a:lnTo>
                <a:lnTo>
                  <a:pt x="455476" y="474443"/>
                </a:lnTo>
                <a:lnTo>
                  <a:pt x="439388" y="429868"/>
                </a:lnTo>
                <a:lnTo>
                  <a:pt x="419653" y="386306"/>
                </a:lnTo>
                <a:lnTo>
                  <a:pt x="396808" y="343629"/>
                </a:lnTo>
                <a:lnTo>
                  <a:pt x="371391" y="301708"/>
                </a:lnTo>
                <a:lnTo>
                  <a:pt x="340982" y="259075"/>
                </a:lnTo>
                <a:lnTo>
                  <a:pt x="330607" y="244997"/>
                </a:lnTo>
                <a:close/>
              </a:path>
            </a:pathLst>
          </a:custGeom>
          <a:solidFill>
            <a:srgbClr val="95908E">
              <a:alpha val="29998"/>
            </a:srgbClr>
          </a:solidFill>
        </p:spPr>
        <p:txBody>
          <a:bodyPr wrap="square" lIns="0" tIns="0" rIns="0" bIns="0" rtlCol="0"/>
          <a:lstStyle/>
          <a:p>
            <a:endParaRPr sz="1036"/>
          </a:p>
        </p:txBody>
      </p:sp>
      <p:sp>
        <p:nvSpPr>
          <p:cNvPr id="2" name="Holder 2"/>
          <p:cNvSpPr>
            <a:spLocks noGrp="1"/>
          </p:cNvSpPr>
          <p:nvPr>
            <p:ph type="title"/>
          </p:nvPr>
        </p:nvSpPr>
        <p:spPr>
          <a:xfrm>
            <a:off x="2978264" y="3018761"/>
            <a:ext cx="6235470" cy="1138773"/>
          </a:xfrm>
          <a:prstGeom prst="rect">
            <a:avLst/>
          </a:prstGeom>
        </p:spPr>
        <p:txBody>
          <a:bodyPr wrap="square" lIns="0" tIns="0" rIns="0" bIns="0">
            <a:spAutoFit/>
          </a:bodyPr>
          <a:lstStyle>
            <a:lvl1pPr>
              <a:defRPr sz="7400" b="0" i="0">
                <a:solidFill>
                  <a:srgbClr val="1B75BC"/>
                </a:solidFill>
                <a:latin typeface="Futura-Medium"/>
                <a:cs typeface="Futura-Medium"/>
              </a:defRPr>
            </a:lvl1pPr>
          </a:lstStyle>
          <a:p>
            <a:endParaRPr/>
          </a:p>
        </p:txBody>
      </p:sp>
      <p:sp>
        <p:nvSpPr>
          <p:cNvPr id="3" name="Holder 3"/>
          <p:cNvSpPr>
            <a:spLocks noGrp="1"/>
          </p:cNvSpPr>
          <p:nvPr>
            <p:ph type="body" idx="1"/>
          </p:nvPr>
        </p:nvSpPr>
        <p:spPr>
          <a:xfrm>
            <a:off x="609600" y="1577340"/>
            <a:ext cx="10972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1"/>
            <a:ext cx="3901440" cy="28667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1"/>
            <a:ext cx="2804160" cy="28667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6" name="Holder 6"/>
          <p:cNvSpPr>
            <a:spLocks noGrp="1"/>
          </p:cNvSpPr>
          <p:nvPr>
            <p:ph type="sldNum" sz="quarter" idx="7"/>
          </p:nvPr>
        </p:nvSpPr>
        <p:spPr>
          <a:xfrm>
            <a:off x="8778241" y="6377941"/>
            <a:ext cx="2804160" cy="28667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
        <p:nvSpPr>
          <p:cNvPr id="8" name="MSIPCMContentMarking" descr="{&quot;HashCode&quot;:-1960873612,&quot;Placement&quot;:&quot;Footer&quot;,&quot;Top&quot;:520.68866,&quot;Left&quot;:0.0,&quot;SlideWidth&quot;:960,&quot;SlideHeight&quot;:540}">
            <a:extLst>
              <a:ext uri="{FF2B5EF4-FFF2-40B4-BE49-F238E27FC236}">
                <a16:creationId xmlns:a16="http://schemas.microsoft.com/office/drawing/2014/main" id="{AC94B2C2-30D2-41FE-9CA6-BC69C4F1FAE4}"/>
              </a:ext>
            </a:extLst>
          </p:cNvPr>
          <p:cNvSpPr txBox="1"/>
          <p:nvPr userDrawn="1"/>
        </p:nvSpPr>
        <p:spPr>
          <a:xfrm>
            <a:off x="0" y="6612746"/>
            <a:ext cx="2212166" cy="245254"/>
          </a:xfrm>
          <a:prstGeom prst="rect">
            <a:avLst/>
          </a:prstGeom>
          <a:noFill/>
        </p:spPr>
        <p:txBody>
          <a:bodyPr vert="horz" wrap="square" lIns="0" tIns="0" rIns="0" bIns="0" rtlCol="0" anchor="ctr" anchorCtr="1">
            <a:spAutoFit/>
          </a:bodyPr>
          <a:lstStyle/>
          <a:p>
            <a:pPr algn="l">
              <a:spcBef>
                <a:spcPts val="0"/>
              </a:spcBef>
              <a:spcAft>
                <a:spcPts val="0"/>
              </a:spcAft>
            </a:pPr>
            <a:r>
              <a:rPr lang="en-US" sz="900">
                <a:solidFill>
                  <a:srgbClr val="000000"/>
                </a:solidFill>
                <a:latin typeface="Calibri" panose="020F0502020204030204" pitchFamily="34" charset="0"/>
              </a:rPr>
              <a:t>Marico Information classification: Official</a:t>
            </a:r>
          </a:p>
        </p:txBody>
      </p:sp>
    </p:spTree>
    <p:extLst>
      <p:ext uri="{BB962C8B-B14F-4D97-AF65-F5344CB8AC3E}">
        <p14:creationId xmlns:p14="http://schemas.microsoft.com/office/powerpoint/2010/main" val="401333343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Lst>
  <p:txStyles>
    <p:titleStyle>
      <a:lvl1pPr>
        <a:defRPr>
          <a:latin typeface="+mj-lt"/>
          <a:ea typeface="+mj-ea"/>
          <a:cs typeface="+mj-cs"/>
        </a:defRPr>
      </a:lvl1pPr>
    </p:titleStyle>
    <p:body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p:bodyStyle>
    <p:other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6255" y="0"/>
            <a:ext cx="12358255" cy="6939969"/>
          </a:xfrm>
          <a:prstGeom prst="rect">
            <a:avLst/>
          </a:prstGeom>
        </p:spPr>
      </p:pic>
    </p:spTree>
    <p:extLst>
      <p:ext uri="{BB962C8B-B14F-4D97-AF65-F5344CB8AC3E}">
        <p14:creationId xmlns:p14="http://schemas.microsoft.com/office/powerpoint/2010/main" val="1602951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417073" y="1267777"/>
            <a:ext cx="9466729" cy="4505325"/>
          </a:xfrm>
        </p:spPr>
        <p:txBody>
          <a:bodyPr anchor="ctr">
            <a:noAutofit/>
          </a:bodyPr>
          <a:lstStyle/>
          <a:p>
            <a:pPr algn="ctr"/>
            <a:r>
              <a:rPr lang="en-US" sz="3600" dirty="0">
                <a:latin typeface="+mj-lt"/>
              </a:rPr>
              <a:t>The examples shared in the following template are fictional scenarios given for better understanding and do not reflect the exact quality of business proposals expected from participants. </a:t>
            </a:r>
            <a:br>
              <a:rPr lang="en-US" sz="3600" dirty="0">
                <a:latin typeface="+mj-lt"/>
              </a:rPr>
            </a:br>
            <a:r>
              <a:rPr lang="en-US" sz="3600" dirty="0">
                <a:latin typeface="+mj-lt"/>
              </a:rPr>
              <a:t>E.G: We have taken cricket shoe as an example.</a:t>
            </a:r>
          </a:p>
        </p:txBody>
      </p:sp>
      <p:sp>
        <p:nvSpPr>
          <p:cNvPr id="5"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8"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04177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3B7B-4C65-4C9A-BA8A-0F22733C9A90}"/>
              </a:ext>
            </a:extLst>
          </p:cNvPr>
          <p:cNvSpPr>
            <a:spLocks noGrp="1"/>
          </p:cNvSpPr>
          <p:nvPr>
            <p:ph type="ctrTitle"/>
          </p:nvPr>
        </p:nvSpPr>
        <p:spPr>
          <a:xfrm>
            <a:off x="914401" y="2433304"/>
            <a:ext cx="10363201" cy="1138773"/>
          </a:xfrm>
        </p:spPr>
        <p:txBody>
          <a:bodyPr/>
          <a:lstStyle/>
          <a:p>
            <a:pPr algn="ctr"/>
            <a:r>
              <a:rPr lang="en-US" dirty="0">
                <a:latin typeface="+mj-lt"/>
              </a:rPr>
              <a:t>Business Plan</a:t>
            </a:r>
          </a:p>
        </p:txBody>
      </p:sp>
      <p:pic>
        <p:nvPicPr>
          <p:cNvPr id="6" name="Picture 4" descr="https://overthewall.maricocareers.com/assets/images/Asset%201.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18477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336550"/>
            <a:ext cx="9286722" cy="553998"/>
          </a:xfrm>
        </p:spPr>
        <p:txBody>
          <a:bodyPr wrap="square" lIns="0" tIns="0" rIns="0" bIns="0">
            <a:spAutoFit/>
          </a:bodyPr>
          <a:lstStyle/>
          <a:p>
            <a:pPr lvl="1"/>
            <a:r>
              <a:rPr lang="en-GB" sz="3600" dirty="0">
                <a:solidFill>
                  <a:srgbClr val="0070C0"/>
                </a:solidFill>
                <a:latin typeface="+mj-lt"/>
              </a:rPr>
              <a:t>Competitive Landscape</a:t>
            </a:r>
            <a:endParaRPr lang="en-US" sz="3600" dirty="0">
              <a:solidFill>
                <a:srgbClr val="0070C0"/>
              </a:solidFill>
              <a:latin typeface="+mj-lt"/>
            </a:endParaRPr>
          </a:p>
        </p:txBody>
      </p:sp>
      <p:sp>
        <p:nvSpPr>
          <p:cNvPr id="3" name="Content Placeholder 2"/>
          <p:cNvSpPr>
            <a:spLocks noGrp="1"/>
          </p:cNvSpPr>
          <p:nvPr>
            <p:ph idx="4294967295"/>
          </p:nvPr>
        </p:nvSpPr>
        <p:spPr>
          <a:xfrm>
            <a:off x="838200" y="1690688"/>
            <a:ext cx="10515600" cy="2585323"/>
          </a:xfrm>
        </p:spPr>
        <p:txBody>
          <a:bodyPr/>
          <a:lstStyle/>
          <a:p>
            <a:r>
              <a:rPr lang="en-GB" sz="2400" dirty="0">
                <a:latin typeface="+mj-lt"/>
              </a:rPr>
              <a:t>The Competitive Landscape refers to the options a customer could choose from a product market. A person may play cricket wearing different kinds of shoes like running shoe, casual shoe, sometimes even formal shoe or sandal. So, the entire footwear market becomes the universe. An initial approximation of the overall market size would lead to better outcome in terms of product-market fit.</a:t>
            </a:r>
          </a:p>
          <a:p>
            <a:r>
              <a:rPr lang="en-US" sz="2400" dirty="0">
                <a:latin typeface="+mj-lt"/>
              </a:rPr>
              <a:t>For example, the approximate market size, competitor brands,</a:t>
            </a:r>
            <a:r>
              <a:rPr lang="en-GB" sz="2400" dirty="0">
                <a:latin typeface="+mj-lt"/>
              </a:rPr>
              <a:t> nature of brands (imported or local), etc. of the Bangladesh footwear market. </a:t>
            </a:r>
            <a:endParaRPr lang="en-US" sz="2400" dirty="0">
              <a:latin typeface="+mj-lt"/>
            </a:endParaRPr>
          </a:p>
        </p:txBody>
      </p:sp>
      <p:pic>
        <p:nvPicPr>
          <p:cNvPr id="6"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24397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336550"/>
            <a:ext cx="9286722" cy="553998"/>
          </a:xfrm>
        </p:spPr>
        <p:txBody>
          <a:bodyPr wrap="square" lIns="0" tIns="0" rIns="0" bIns="0">
            <a:spAutoFit/>
          </a:bodyPr>
          <a:lstStyle/>
          <a:p>
            <a:pPr lvl="1"/>
            <a:r>
              <a:rPr lang="en-GB" sz="3600" dirty="0">
                <a:solidFill>
                  <a:srgbClr val="0070C0"/>
                </a:solidFill>
                <a:latin typeface="+mj-lt"/>
              </a:rPr>
              <a:t>New Opportunities Identification</a:t>
            </a:r>
            <a:endParaRPr lang="en-US" sz="3600" dirty="0">
              <a:solidFill>
                <a:srgbClr val="0070C0"/>
              </a:solidFill>
              <a:latin typeface="+mj-lt"/>
            </a:endParaRPr>
          </a:p>
        </p:txBody>
      </p:sp>
      <p:sp>
        <p:nvSpPr>
          <p:cNvPr id="3" name="Content Placeholder 2"/>
          <p:cNvSpPr>
            <a:spLocks noGrp="1"/>
          </p:cNvSpPr>
          <p:nvPr>
            <p:ph idx="4294967295"/>
          </p:nvPr>
        </p:nvSpPr>
        <p:spPr>
          <a:xfrm>
            <a:off x="838200" y="1690688"/>
            <a:ext cx="10515600" cy="738664"/>
          </a:xfrm>
        </p:spPr>
        <p:txBody>
          <a:bodyPr/>
          <a:lstStyle/>
          <a:p>
            <a:r>
              <a:rPr lang="en-GB" sz="2400" b="1" dirty="0">
                <a:solidFill>
                  <a:schemeClr val="bg1">
                    <a:lumMod val="65000"/>
                  </a:schemeClr>
                </a:solidFill>
                <a:latin typeface="+mj-lt"/>
              </a:rPr>
              <a:t>E.G. </a:t>
            </a:r>
            <a:r>
              <a:rPr lang="en-GB" sz="2400" dirty="0">
                <a:latin typeface="+mj-lt"/>
              </a:rPr>
              <a:t>Based on primary and secondary research, there are few options catering to cricket players specifically. These are all imported and cater to premium segment.</a:t>
            </a:r>
          </a:p>
        </p:txBody>
      </p:sp>
      <p:pic>
        <p:nvPicPr>
          <p:cNvPr id="6"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5854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709538"/>
            <a:ext cx="9286722" cy="553998"/>
          </a:xfrm>
        </p:spPr>
        <p:txBody>
          <a:bodyPr wrap="square" lIns="0" tIns="0" rIns="0" bIns="0">
            <a:spAutoFit/>
          </a:bodyPr>
          <a:lstStyle/>
          <a:p>
            <a:pPr lvl="1"/>
            <a:r>
              <a:rPr lang="en-GB" sz="3600" dirty="0">
                <a:solidFill>
                  <a:srgbClr val="0070C0"/>
                </a:solidFill>
                <a:latin typeface="+mj-lt"/>
              </a:rPr>
              <a:t>Consumer Understanding and Insights</a:t>
            </a:r>
            <a:endParaRPr lang="en-US" sz="3600" dirty="0">
              <a:solidFill>
                <a:srgbClr val="0070C0"/>
              </a:solidFill>
              <a:latin typeface="+mj-lt"/>
            </a:endParaRPr>
          </a:p>
        </p:txBody>
      </p:sp>
      <p:sp>
        <p:nvSpPr>
          <p:cNvPr id="3" name="Content Placeholder 2"/>
          <p:cNvSpPr>
            <a:spLocks noGrp="1"/>
          </p:cNvSpPr>
          <p:nvPr>
            <p:ph idx="4294967295"/>
          </p:nvPr>
        </p:nvSpPr>
        <p:spPr>
          <a:xfrm>
            <a:off x="838200" y="1690688"/>
            <a:ext cx="10515600" cy="2215991"/>
          </a:xfrm>
        </p:spPr>
        <p:txBody>
          <a:bodyPr/>
          <a:lstStyle/>
          <a:p>
            <a:r>
              <a:rPr lang="en-GB" sz="2400" dirty="0"/>
              <a:t>Set your target group for your product. Consider gender, age bracket, socio economic class, geography, etc. Where it will be used? What do the customers want?</a:t>
            </a:r>
          </a:p>
          <a:p>
            <a:r>
              <a:rPr lang="en-GB" sz="2400" b="1" dirty="0">
                <a:solidFill>
                  <a:schemeClr val="bg1">
                    <a:lumMod val="65000"/>
                  </a:schemeClr>
                </a:solidFill>
              </a:rPr>
              <a:t>E.G. </a:t>
            </a:r>
            <a:r>
              <a:rPr lang="en-GB" sz="2400" dirty="0"/>
              <a:t>Cricket shoes are catered to cricket players for using on the cricket field specifically. The players’ age range from 15 to 39 years old, are targeted to both men and women.</a:t>
            </a:r>
          </a:p>
        </p:txBody>
      </p:sp>
      <p:pic>
        <p:nvPicPr>
          <p:cNvPr id="6"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1506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E7280B2-729E-4781-98D5-D2C84A7C3B70}"/>
              </a:ext>
            </a:extLst>
          </p:cNvPr>
          <p:cNvSpPr txBox="1">
            <a:spLocks/>
          </p:cNvSpPr>
          <p:nvPr/>
        </p:nvSpPr>
        <p:spPr>
          <a:xfrm>
            <a:off x="838200" y="322263"/>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rPr>
              <a:t>Your Big Idea</a:t>
            </a:r>
            <a:endParaRPr lang="en-US" sz="3600" kern="0" dirty="0">
              <a:solidFill>
                <a:srgbClr val="0070C0"/>
              </a:solidFill>
            </a:endParaRPr>
          </a:p>
        </p:txBody>
      </p:sp>
      <p:sp>
        <p:nvSpPr>
          <p:cNvPr id="7" name="Content Placeholder 2">
            <a:extLst>
              <a:ext uri="{FF2B5EF4-FFF2-40B4-BE49-F238E27FC236}">
                <a16:creationId xmlns:a16="http://schemas.microsoft.com/office/drawing/2014/main" id="{A4945083-4DDF-4604-A345-B3274CD7AB4D}"/>
              </a:ext>
            </a:extLst>
          </p:cNvPr>
          <p:cNvSpPr txBox="1">
            <a:spLocks/>
          </p:cNvSpPr>
          <p:nvPr/>
        </p:nvSpPr>
        <p:spPr>
          <a:xfrm>
            <a:off x="838200" y="1690688"/>
            <a:ext cx="10515600" cy="1107996"/>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The core theme of your product. </a:t>
            </a:r>
          </a:p>
          <a:p>
            <a:r>
              <a:rPr lang="en-GB" sz="2400" b="1" dirty="0">
                <a:solidFill>
                  <a:schemeClr val="bg1">
                    <a:lumMod val="65000"/>
                  </a:schemeClr>
                </a:solidFill>
              </a:rPr>
              <a:t>E.G. </a:t>
            </a:r>
            <a:r>
              <a:rPr lang="en-GB" sz="2400" kern="0" dirty="0">
                <a:solidFill>
                  <a:sysClr val="windowText" lastClr="000000"/>
                </a:solidFill>
              </a:rPr>
              <a:t>Our cricket shoes will be of two variants, one is perfect for the pitch and another is perfect for rest of the field. </a:t>
            </a:r>
          </a:p>
        </p:txBody>
      </p:sp>
      <p:pic>
        <p:nvPicPr>
          <p:cNvPr id="5"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1533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A1889C2-C551-4455-AA5E-9B10CC32EE90}"/>
              </a:ext>
            </a:extLst>
          </p:cNvPr>
          <p:cNvSpPr txBox="1">
            <a:spLocks/>
          </p:cNvSpPr>
          <p:nvPr/>
        </p:nvSpPr>
        <p:spPr>
          <a:xfrm>
            <a:off x="838200" y="322263"/>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rPr>
              <a:t>Brand Definition and Category Fit</a:t>
            </a:r>
            <a:endParaRPr lang="en-US" sz="3600" kern="0" dirty="0">
              <a:solidFill>
                <a:srgbClr val="0070C0"/>
              </a:solidFill>
            </a:endParaRPr>
          </a:p>
        </p:txBody>
      </p:sp>
      <p:sp>
        <p:nvSpPr>
          <p:cNvPr id="7" name="Content Placeholder 2">
            <a:extLst>
              <a:ext uri="{FF2B5EF4-FFF2-40B4-BE49-F238E27FC236}">
                <a16:creationId xmlns:a16="http://schemas.microsoft.com/office/drawing/2014/main" id="{3C3508C7-49AF-42BD-987C-71D94536B218}"/>
              </a:ext>
            </a:extLst>
          </p:cNvPr>
          <p:cNvSpPr txBox="1">
            <a:spLocks/>
          </p:cNvSpPr>
          <p:nvPr/>
        </p:nvSpPr>
        <p:spPr>
          <a:xfrm>
            <a:off x="838200" y="1690688"/>
            <a:ext cx="10515600" cy="1477328"/>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What will your brand stand for? Luxury, comfort, functionality, value for money, etc.? Come up with a brand personality. </a:t>
            </a:r>
          </a:p>
          <a:p>
            <a:r>
              <a:rPr lang="en-GB" sz="2400" kern="0" dirty="0">
                <a:solidFill>
                  <a:sysClr val="windowText" lastClr="000000"/>
                </a:solidFill>
              </a:rPr>
              <a:t>Does it belong in an existing category or is it in a new category?</a:t>
            </a:r>
          </a:p>
          <a:p>
            <a:r>
              <a:rPr lang="en-GB" sz="2400" b="1" dirty="0">
                <a:solidFill>
                  <a:schemeClr val="bg1">
                    <a:lumMod val="65000"/>
                  </a:schemeClr>
                </a:solidFill>
              </a:rPr>
              <a:t>E.G. </a:t>
            </a:r>
            <a:r>
              <a:rPr lang="en-GB" sz="2400" kern="0" dirty="0">
                <a:solidFill>
                  <a:sysClr val="windowText" lastClr="000000"/>
                </a:solidFill>
              </a:rPr>
              <a:t>Cricket shoes belong in the athletic shoes category. </a:t>
            </a:r>
          </a:p>
        </p:txBody>
      </p:sp>
      <p:pic>
        <p:nvPicPr>
          <p:cNvPr id="5"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0811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E4C6369-78FF-4094-8B01-72CF4B280D65}"/>
              </a:ext>
            </a:extLst>
          </p:cNvPr>
          <p:cNvSpPr txBox="1">
            <a:spLocks/>
          </p:cNvSpPr>
          <p:nvPr/>
        </p:nvSpPr>
        <p:spPr>
          <a:xfrm>
            <a:off x="838200" y="373241"/>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rPr>
              <a:t>Market / Opportunity Size of the Idea</a:t>
            </a:r>
            <a:endParaRPr lang="en-US" sz="3600" kern="0" dirty="0">
              <a:solidFill>
                <a:srgbClr val="0070C0"/>
              </a:solidFill>
            </a:endParaRPr>
          </a:p>
        </p:txBody>
      </p:sp>
      <p:sp>
        <p:nvSpPr>
          <p:cNvPr id="7" name="Content Placeholder 2">
            <a:extLst>
              <a:ext uri="{FF2B5EF4-FFF2-40B4-BE49-F238E27FC236}">
                <a16:creationId xmlns:a16="http://schemas.microsoft.com/office/drawing/2014/main" id="{10E37B40-CB97-41C4-9F1B-F083901C7055}"/>
              </a:ext>
            </a:extLst>
          </p:cNvPr>
          <p:cNvSpPr txBox="1">
            <a:spLocks/>
          </p:cNvSpPr>
          <p:nvPr/>
        </p:nvSpPr>
        <p:spPr>
          <a:xfrm>
            <a:off x="838200" y="1741666"/>
            <a:ext cx="10515600" cy="1107996"/>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Consider whether your product is mass/niche product. How many people can this product reach? What is the age group that will be using cricket shoes?</a:t>
            </a:r>
          </a:p>
          <a:p>
            <a:r>
              <a:rPr lang="en-GB" sz="2400" b="1" dirty="0">
                <a:solidFill>
                  <a:schemeClr val="bg1">
                    <a:lumMod val="65000"/>
                  </a:schemeClr>
                </a:solidFill>
              </a:rPr>
              <a:t>E.G. </a:t>
            </a:r>
            <a:r>
              <a:rPr lang="en-GB" sz="2400" kern="0" dirty="0">
                <a:solidFill>
                  <a:sysClr val="windowText" lastClr="000000"/>
                </a:solidFill>
              </a:rPr>
              <a:t>Cricket shoes are a niche product. </a:t>
            </a:r>
          </a:p>
        </p:txBody>
      </p:sp>
      <p:pic>
        <p:nvPicPr>
          <p:cNvPr id="5"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8577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BCAC97C-A55D-44BD-BA99-F1B3F4C31569}"/>
              </a:ext>
            </a:extLst>
          </p:cNvPr>
          <p:cNvSpPr txBox="1">
            <a:spLocks/>
          </p:cNvSpPr>
          <p:nvPr/>
        </p:nvSpPr>
        <p:spPr>
          <a:xfrm>
            <a:off x="838200" y="373241"/>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rPr>
              <a:t>Value Proposition of the Idea</a:t>
            </a:r>
            <a:endParaRPr lang="en-US" sz="3600" kern="0" dirty="0">
              <a:solidFill>
                <a:srgbClr val="0070C0"/>
              </a:solidFill>
            </a:endParaRPr>
          </a:p>
        </p:txBody>
      </p:sp>
      <p:sp>
        <p:nvSpPr>
          <p:cNvPr id="7" name="Content Placeholder 2">
            <a:extLst>
              <a:ext uri="{FF2B5EF4-FFF2-40B4-BE49-F238E27FC236}">
                <a16:creationId xmlns:a16="http://schemas.microsoft.com/office/drawing/2014/main" id="{58D91ADB-0828-4D18-A337-F35D689A535E}"/>
              </a:ext>
            </a:extLst>
          </p:cNvPr>
          <p:cNvSpPr txBox="1">
            <a:spLocks/>
          </p:cNvSpPr>
          <p:nvPr/>
        </p:nvSpPr>
        <p:spPr>
          <a:xfrm>
            <a:off x="838200" y="1741666"/>
            <a:ext cx="10515600" cy="1107996"/>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What does your brand promise to your customers?</a:t>
            </a:r>
          </a:p>
          <a:p>
            <a:r>
              <a:rPr lang="en-GB" sz="2400" kern="0" dirty="0">
                <a:solidFill>
                  <a:sysClr val="windowText" lastClr="000000"/>
                </a:solidFill>
              </a:rPr>
              <a:t>Our cricket shoes offer 3 primary value propositions: innovation, customization, and brand/status. </a:t>
            </a:r>
          </a:p>
        </p:txBody>
      </p:sp>
      <p:pic>
        <p:nvPicPr>
          <p:cNvPr id="5"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4351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F77D352-65EF-4F34-AF93-4B519B512752}"/>
              </a:ext>
            </a:extLst>
          </p:cNvPr>
          <p:cNvSpPr txBox="1">
            <a:spLocks/>
          </p:cNvSpPr>
          <p:nvPr/>
        </p:nvSpPr>
        <p:spPr>
          <a:xfrm>
            <a:off x="838200" y="412743"/>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latin typeface="+mj-lt"/>
              </a:rPr>
              <a:t>Unique Selling Proposition</a:t>
            </a:r>
            <a:endParaRPr lang="en-US" sz="3600" kern="0" dirty="0">
              <a:solidFill>
                <a:srgbClr val="0070C0"/>
              </a:solidFill>
              <a:latin typeface="+mj-lt"/>
            </a:endParaRPr>
          </a:p>
        </p:txBody>
      </p:sp>
      <p:sp>
        <p:nvSpPr>
          <p:cNvPr id="7" name="Content Placeholder 2">
            <a:extLst>
              <a:ext uri="{FF2B5EF4-FFF2-40B4-BE49-F238E27FC236}">
                <a16:creationId xmlns:a16="http://schemas.microsoft.com/office/drawing/2014/main" id="{E693DD14-3E74-48F2-874A-638D8A64FE9C}"/>
              </a:ext>
            </a:extLst>
          </p:cNvPr>
          <p:cNvSpPr txBox="1">
            <a:spLocks/>
          </p:cNvSpPr>
          <p:nvPr/>
        </p:nvSpPr>
        <p:spPr>
          <a:xfrm>
            <a:off x="838200" y="1741666"/>
            <a:ext cx="10515600" cy="2585323"/>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What makes your product different?</a:t>
            </a:r>
          </a:p>
          <a:p>
            <a:r>
              <a:rPr lang="en-GB" sz="2400" b="1" dirty="0">
                <a:solidFill>
                  <a:schemeClr val="bg1">
                    <a:lumMod val="65000"/>
                  </a:schemeClr>
                </a:solidFill>
              </a:rPr>
              <a:t>E.G. </a:t>
            </a:r>
            <a:r>
              <a:rPr lang="en-GB" sz="2400" kern="0" dirty="0">
                <a:solidFill>
                  <a:sysClr val="windowText" lastClr="000000"/>
                </a:solidFill>
              </a:rPr>
              <a:t>Our cricket shoes offer the highest quality and functionality to cricket players. The shoes will offer comfort on the sole of the foot and grip with the toes and ball of the foot. The front of the shoe will be fitted with 7 spikes, which will grip the surface when players play shots and run between the wicket. Faster bowlers need spikes on their cricket shoes on the front and the back. Players that field on a damp surface from rain or dew will also need full spikes or longer.</a:t>
            </a:r>
          </a:p>
        </p:txBody>
      </p:sp>
      <p:pic>
        <p:nvPicPr>
          <p:cNvPr id="5"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4752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3B7B-4C65-4C9A-BA8A-0F22733C9A90}"/>
              </a:ext>
            </a:extLst>
          </p:cNvPr>
          <p:cNvSpPr>
            <a:spLocks noGrp="1"/>
          </p:cNvSpPr>
          <p:nvPr>
            <p:ph type="ctrTitle"/>
          </p:nvPr>
        </p:nvSpPr>
        <p:spPr>
          <a:xfrm>
            <a:off x="914401" y="2397444"/>
            <a:ext cx="10363201" cy="1138773"/>
          </a:xfrm>
        </p:spPr>
        <p:txBody>
          <a:bodyPr/>
          <a:lstStyle/>
          <a:p>
            <a:pPr algn="ctr"/>
            <a:r>
              <a:rPr lang="en-US" dirty="0">
                <a:latin typeface="+mj-lt"/>
              </a:rPr>
              <a:t>Execution Plan</a:t>
            </a:r>
          </a:p>
        </p:txBody>
      </p:sp>
      <p:pic>
        <p:nvPicPr>
          <p:cNvPr id="4" name="Picture 4" descr="https://overthewall.maricocareers.com/assets/images/Asset%201.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6896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3AD6770-0973-4865-8931-E720A2DA3DB0}"/>
              </a:ext>
            </a:extLst>
          </p:cNvPr>
          <p:cNvSpPr txBox="1">
            <a:spLocks/>
          </p:cNvSpPr>
          <p:nvPr/>
        </p:nvSpPr>
        <p:spPr>
          <a:xfrm>
            <a:off x="838200" y="358953"/>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latin typeface="+mj-lt"/>
              </a:rPr>
              <a:t>Marketing Task Definition</a:t>
            </a:r>
            <a:endParaRPr lang="en-US" sz="3600" kern="0" dirty="0">
              <a:solidFill>
                <a:srgbClr val="0070C0"/>
              </a:solidFill>
              <a:latin typeface="+mj-lt"/>
            </a:endParaRPr>
          </a:p>
        </p:txBody>
      </p:sp>
      <p:sp>
        <p:nvSpPr>
          <p:cNvPr id="7" name="Content Placeholder 2">
            <a:extLst>
              <a:ext uri="{FF2B5EF4-FFF2-40B4-BE49-F238E27FC236}">
                <a16:creationId xmlns:a16="http://schemas.microsoft.com/office/drawing/2014/main" id="{4E789C19-E748-453B-84FF-431E7F7D2F05}"/>
              </a:ext>
            </a:extLst>
          </p:cNvPr>
          <p:cNvSpPr txBox="1">
            <a:spLocks/>
          </p:cNvSpPr>
          <p:nvPr/>
        </p:nvSpPr>
        <p:spPr>
          <a:xfrm>
            <a:off x="838200" y="1741666"/>
            <a:ext cx="10515600" cy="369332"/>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Web / social / electronic / print media campaigns </a:t>
            </a:r>
          </a:p>
        </p:txBody>
      </p:sp>
      <p:pic>
        <p:nvPicPr>
          <p:cNvPr id="5"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6587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F107130-2738-4D86-AB94-B60FE0F47394}"/>
              </a:ext>
            </a:extLst>
          </p:cNvPr>
          <p:cNvSpPr txBox="1">
            <a:spLocks/>
          </p:cNvSpPr>
          <p:nvPr/>
        </p:nvSpPr>
        <p:spPr>
          <a:xfrm>
            <a:off x="838200" y="358953"/>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latin typeface="+mj-lt"/>
              </a:rPr>
              <a:t>Sales Strategy</a:t>
            </a:r>
            <a:endParaRPr lang="en-US" sz="3600" kern="0" dirty="0">
              <a:solidFill>
                <a:srgbClr val="0070C0"/>
              </a:solidFill>
              <a:latin typeface="+mj-lt"/>
            </a:endParaRPr>
          </a:p>
        </p:txBody>
      </p:sp>
      <p:sp>
        <p:nvSpPr>
          <p:cNvPr id="9" name="Content Placeholder 2">
            <a:extLst>
              <a:ext uri="{FF2B5EF4-FFF2-40B4-BE49-F238E27FC236}">
                <a16:creationId xmlns:a16="http://schemas.microsoft.com/office/drawing/2014/main" id="{675CC4DE-8773-4CFB-AEA2-A47BC25DBF85}"/>
              </a:ext>
            </a:extLst>
          </p:cNvPr>
          <p:cNvSpPr txBox="1">
            <a:spLocks/>
          </p:cNvSpPr>
          <p:nvPr/>
        </p:nvSpPr>
        <p:spPr>
          <a:xfrm>
            <a:off x="838200" y="1741666"/>
            <a:ext cx="10515600" cy="1477328"/>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Overall Sales Execution strategy</a:t>
            </a:r>
          </a:p>
          <a:p>
            <a:pPr marL="342900" indent="-342900">
              <a:buFont typeface="Arial" panose="020B0604020202020204" pitchFamily="34" charset="0"/>
              <a:buChar char="•"/>
            </a:pPr>
            <a:r>
              <a:rPr lang="en-GB" sz="2400" kern="0" dirty="0">
                <a:solidFill>
                  <a:sysClr val="windowText" lastClr="000000"/>
                </a:solidFill>
              </a:rPr>
              <a:t>General Trade / Store</a:t>
            </a:r>
          </a:p>
          <a:p>
            <a:pPr marL="342900" indent="-342900">
              <a:buFont typeface="Arial" panose="020B0604020202020204" pitchFamily="34" charset="0"/>
              <a:buChar char="•"/>
            </a:pPr>
            <a:r>
              <a:rPr lang="en-GB" sz="2400" kern="0" dirty="0">
                <a:solidFill>
                  <a:sysClr val="windowText" lastClr="000000"/>
                </a:solidFill>
              </a:rPr>
              <a:t>Modern Trade / Supermarkets</a:t>
            </a:r>
          </a:p>
          <a:p>
            <a:pPr marL="342900" indent="-342900">
              <a:buFont typeface="Arial" panose="020B0604020202020204" pitchFamily="34" charset="0"/>
              <a:buChar char="•"/>
            </a:pPr>
            <a:r>
              <a:rPr lang="en-GB" sz="2400" kern="0" dirty="0">
                <a:solidFill>
                  <a:sysClr val="windowText" lastClr="000000"/>
                </a:solidFill>
              </a:rPr>
              <a:t>E-Commerce / Online Shop</a:t>
            </a:r>
          </a:p>
        </p:txBody>
      </p:sp>
      <p:pic>
        <p:nvPicPr>
          <p:cNvPr id="6"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1144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6178901-95DF-43E3-8A02-3F662D9FBE19}"/>
              </a:ext>
            </a:extLst>
          </p:cNvPr>
          <p:cNvSpPr txBox="1">
            <a:spLocks/>
          </p:cNvSpPr>
          <p:nvPr/>
        </p:nvSpPr>
        <p:spPr>
          <a:xfrm>
            <a:off x="838200" y="685325"/>
            <a:ext cx="4208929"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latin typeface="+mj-lt"/>
              </a:rPr>
              <a:t>Supply Chain Strategy</a:t>
            </a:r>
            <a:endParaRPr lang="en-US" sz="3600" kern="0" dirty="0">
              <a:solidFill>
                <a:srgbClr val="0070C0"/>
              </a:solidFill>
              <a:latin typeface="+mj-lt"/>
            </a:endParaRPr>
          </a:p>
        </p:txBody>
      </p:sp>
      <p:sp>
        <p:nvSpPr>
          <p:cNvPr id="8" name="Content Placeholder 2">
            <a:extLst>
              <a:ext uri="{FF2B5EF4-FFF2-40B4-BE49-F238E27FC236}">
                <a16:creationId xmlns:a16="http://schemas.microsoft.com/office/drawing/2014/main" id="{099C12C0-AE9D-48D8-92BE-FD5D95ECA492}"/>
              </a:ext>
            </a:extLst>
          </p:cNvPr>
          <p:cNvSpPr txBox="1">
            <a:spLocks/>
          </p:cNvSpPr>
          <p:nvPr/>
        </p:nvSpPr>
        <p:spPr>
          <a:xfrm>
            <a:off x="838200" y="1741666"/>
            <a:ext cx="10515600" cy="738664"/>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Raw materials and packaging materials sourcing strategy</a:t>
            </a:r>
          </a:p>
          <a:p>
            <a:r>
              <a:rPr lang="en-GB" sz="2400" kern="0" dirty="0">
                <a:solidFill>
                  <a:sysClr val="windowText" lastClr="000000"/>
                </a:solidFill>
              </a:rPr>
              <a:t>Production Strategy</a:t>
            </a:r>
          </a:p>
        </p:txBody>
      </p:sp>
      <p:pic>
        <p:nvPicPr>
          <p:cNvPr id="6"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27418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3B7B-4C65-4C9A-BA8A-0F22733C9A90}"/>
              </a:ext>
            </a:extLst>
          </p:cNvPr>
          <p:cNvSpPr>
            <a:spLocks noGrp="1"/>
          </p:cNvSpPr>
          <p:nvPr>
            <p:ph type="ctrTitle"/>
          </p:nvPr>
        </p:nvSpPr>
        <p:spPr>
          <a:xfrm>
            <a:off x="914401" y="2397444"/>
            <a:ext cx="10363201" cy="1138773"/>
          </a:xfrm>
        </p:spPr>
        <p:txBody>
          <a:bodyPr/>
          <a:lstStyle/>
          <a:p>
            <a:pPr algn="ctr"/>
            <a:r>
              <a:rPr lang="en-US" dirty="0">
                <a:latin typeface="+mj-lt"/>
              </a:rPr>
              <a:t>Financial Plan</a:t>
            </a:r>
          </a:p>
        </p:txBody>
      </p:sp>
      <p:pic>
        <p:nvPicPr>
          <p:cNvPr id="4" name="Picture 4" descr="https://overthewall.maricocareers.com/assets/images/Asset%201.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0518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29EB958-35F6-467E-9C98-9AD35DF1E409}"/>
              </a:ext>
            </a:extLst>
          </p:cNvPr>
          <p:cNvSpPr txBox="1">
            <a:spLocks/>
          </p:cNvSpPr>
          <p:nvPr/>
        </p:nvSpPr>
        <p:spPr>
          <a:xfrm>
            <a:off x="838200" y="339344"/>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latin typeface="+mj-lt"/>
              </a:rPr>
              <a:t>Revenue Model</a:t>
            </a:r>
            <a:endParaRPr lang="en-US" sz="3600" kern="0" dirty="0">
              <a:solidFill>
                <a:srgbClr val="0070C0"/>
              </a:solidFill>
              <a:latin typeface="+mj-lt"/>
            </a:endParaRPr>
          </a:p>
        </p:txBody>
      </p:sp>
      <p:sp>
        <p:nvSpPr>
          <p:cNvPr id="8" name="Content Placeholder 2">
            <a:extLst>
              <a:ext uri="{FF2B5EF4-FFF2-40B4-BE49-F238E27FC236}">
                <a16:creationId xmlns:a16="http://schemas.microsoft.com/office/drawing/2014/main" id="{6ACE416B-83CF-444D-BFEA-5E199E368412}"/>
              </a:ext>
            </a:extLst>
          </p:cNvPr>
          <p:cNvSpPr txBox="1">
            <a:spLocks/>
          </p:cNvSpPr>
          <p:nvPr/>
        </p:nvSpPr>
        <p:spPr>
          <a:xfrm>
            <a:off x="838200" y="1727379"/>
            <a:ext cx="10515600" cy="369332"/>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Current and projected revenue for the next 3 years</a:t>
            </a:r>
          </a:p>
        </p:txBody>
      </p:sp>
      <p:pic>
        <p:nvPicPr>
          <p:cNvPr id="6"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1099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20D2487-BB91-4B87-97F0-24F3B99441B7}"/>
              </a:ext>
            </a:extLst>
          </p:cNvPr>
          <p:cNvSpPr txBox="1">
            <a:spLocks/>
          </p:cNvSpPr>
          <p:nvPr/>
        </p:nvSpPr>
        <p:spPr>
          <a:xfrm>
            <a:off x="838200" y="330379"/>
            <a:ext cx="9286722" cy="553998"/>
          </a:xfrm>
          <a:prstGeom prst="rect">
            <a:avLst/>
          </a:prstGeom>
        </p:spPr>
        <p:txBody>
          <a:bodyPr wrap="square" lIns="0" tIns="0" rIns="0" bIns="0">
            <a:spAutoFit/>
          </a:bodyPr>
          <a:lstStyle>
            <a:lvl1pPr>
              <a:defRPr sz="7400" b="0" i="0">
                <a:solidFill>
                  <a:srgbClr val="1B75BC"/>
                </a:solidFill>
                <a:latin typeface="Futura-Medium"/>
                <a:ea typeface="+mj-ea"/>
                <a:cs typeface="Futura-Medium"/>
              </a:defRPr>
            </a:lvl1pPr>
          </a:lstStyle>
          <a:p>
            <a:pPr marL="0" lvl="1"/>
            <a:r>
              <a:rPr lang="en-GB" sz="3600" kern="0" dirty="0">
                <a:solidFill>
                  <a:srgbClr val="0070C0"/>
                </a:solidFill>
                <a:latin typeface="+mj-lt"/>
              </a:rPr>
              <a:t>Profit and Loss Road Map</a:t>
            </a:r>
            <a:endParaRPr lang="en-US" sz="3600" kern="0" dirty="0">
              <a:solidFill>
                <a:srgbClr val="0070C0"/>
              </a:solidFill>
              <a:latin typeface="+mj-lt"/>
            </a:endParaRPr>
          </a:p>
        </p:txBody>
      </p:sp>
      <p:sp>
        <p:nvSpPr>
          <p:cNvPr id="8" name="Content Placeholder 2">
            <a:extLst>
              <a:ext uri="{FF2B5EF4-FFF2-40B4-BE49-F238E27FC236}">
                <a16:creationId xmlns:a16="http://schemas.microsoft.com/office/drawing/2014/main" id="{F010D82F-3B40-477F-9751-0CB347843275}"/>
              </a:ext>
            </a:extLst>
          </p:cNvPr>
          <p:cNvSpPr txBox="1">
            <a:spLocks/>
          </p:cNvSpPr>
          <p:nvPr/>
        </p:nvSpPr>
        <p:spPr>
          <a:xfrm>
            <a:off x="838200" y="1727379"/>
            <a:ext cx="10515600" cy="369332"/>
          </a:xfrm>
          <a:prstGeom prst="rect">
            <a:avLst/>
          </a:prstGeom>
        </p:spPr>
        <p:txBody>
          <a:bodyPr wrap="square" lIns="0" tIns="0" rIns="0" bIns="0">
            <a:spAutoFit/>
          </a:bodyPr>
          <a:lstStyle>
            <a:lvl1pPr marL="0">
              <a:defRPr>
                <a:latin typeface="+mn-lt"/>
                <a:ea typeface="+mn-ea"/>
                <a:cs typeface="+mn-cs"/>
              </a:defRPr>
            </a:lvl1pPr>
            <a:lvl2pPr marL="262882">
              <a:defRPr>
                <a:latin typeface="+mn-lt"/>
                <a:ea typeface="+mn-ea"/>
                <a:cs typeface="+mn-cs"/>
              </a:defRPr>
            </a:lvl2pPr>
            <a:lvl3pPr marL="525764">
              <a:defRPr>
                <a:latin typeface="+mn-lt"/>
                <a:ea typeface="+mn-ea"/>
                <a:cs typeface="+mn-cs"/>
              </a:defRPr>
            </a:lvl3pPr>
            <a:lvl4pPr marL="788645">
              <a:defRPr>
                <a:latin typeface="+mn-lt"/>
                <a:ea typeface="+mn-ea"/>
                <a:cs typeface="+mn-cs"/>
              </a:defRPr>
            </a:lvl4pPr>
            <a:lvl5pPr marL="1051527">
              <a:defRPr>
                <a:latin typeface="+mn-lt"/>
                <a:ea typeface="+mn-ea"/>
                <a:cs typeface="+mn-cs"/>
              </a:defRPr>
            </a:lvl5pPr>
            <a:lvl6pPr marL="1314409">
              <a:defRPr>
                <a:latin typeface="+mn-lt"/>
                <a:ea typeface="+mn-ea"/>
                <a:cs typeface="+mn-cs"/>
              </a:defRPr>
            </a:lvl6pPr>
            <a:lvl7pPr marL="1577291">
              <a:defRPr>
                <a:latin typeface="+mn-lt"/>
                <a:ea typeface="+mn-ea"/>
                <a:cs typeface="+mn-cs"/>
              </a:defRPr>
            </a:lvl7pPr>
            <a:lvl8pPr marL="1840173">
              <a:defRPr>
                <a:latin typeface="+mn-lt"/>
                <a:ea typeface="+mn-ea"/>
                <a:cs typeface="+mn-cs"/>
              </a:defRPr>
            </a:lvl8pPr>
            <a:lvl9pPr marL="2103056">
              <a:defRPr>
                <a:latin typeface="+mn-lt"/>
                <a:ea typeface="+mn-ea"/>
                <a:cs typeface="+mn-cs"/>
              </a:defRPr>
            </a:lvl9pPr>
          </a:lstStyle>
          <a:p>
            <a:r>
              <a:rPr lang="en-GB" sz="2400" kern="0" dirty="0">
                <a:solidFill>
                  <a:sysClr val="windowText" lastClr="000000"/>
                </a:solidFill>
              </a:rPr>
              <a:t>Road Map for next 3 Years</a:t>
            </a:r>
          </a:p>
        </p:txBody>
      </p:sp>
      <p:pic>
        <p:nvPicPr>
          <p:cNvPr id="6" name="Picture 4" descr="https://overthewall.maricocareers.com/assets/images/Asset%201.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676708" y="60960"/>
            <a:ext cx="1407225" cy="656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10087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Custom 4">
      <a:dk1>
        <a:sysClr val="windowText" lastClr="000000"/>
      </a:dk1>
      <a:lt1>
        <a:sysClr val="window" lastClr="FFFFFF"/>
      </a:lt1>
      <a:dk2>
        <a:srgbClr val="17406D"/>
      </a:dk2>
      <a:lt2>
        <a:srgbClr val="DBEFF9"/>
      </a:lt2>
      <a:accent1>
        <a:srgbClr val="0F6FC6"/>
      </a:accent1>
      <a:accent2>
        <a:srgbClr val="54A838"/>
      </a:accent2>
      <a:accent3>
        <a:srgbClr val="002060"/>
      </a:accent3>
      <a:accent4>
        <a:srgbClr val="0060AA"/>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 DECK copy_1 (1) (2)" id="{07292556-FBF4-4496-A65C-04AE3EBDD5F5}" vid="{FBBEEFEA-D553-4394-8139-7DC649A5A24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TotalTime>
  <Words>581</Words>
  <Application>Microsoft Office PowerPoint</Application>
  <PresentationFormat>Widescreen</PresentationFormat>
  <Paragraphs>45</Paragraphs>
  <Slides>18</Slides>
  <Notes>3</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Calibri</vt:lpstr>
      <vt:lpstr>Calibri Light</vt:lpstr>
      <vt:lpstr>Candara</vt:lpstr>
      <vt:lpstr>Futura-Medium</vt:lpstr>
      <vt:lpstr>1_Office Theme</vt:lpstr>
      <vt:lpstr>7_Office Theme</vt:lpstr>
      <vt:lpstr>PowerPoint Presentation</vt:lpstr>
      <vt:lpstr>The examples shared in the following template are fictional scenarios given for better understanding and do not reflect the exact quality of business proposals expected from participants.  E.G: We have taken cricket shoe as an example.</vt:lpstr>
      <vt:lpstr>Business Plan</vt:lpstr>
      <vt:lpstr>Competitive Landscape</vt:lpstr>
      <vt:lpstr>New Opportunities Identification</vt:lpstr>
      <vt:lpstr>Consumer Understanding and Insights</vt:lpstr>
      <vt:lpstr>PowerPoint Presentation</vt:lpstr>
      <vt:lpstr>PowerPoint Presentation</vt:lpstr>
      <vt:lpstr>PowerPoint Presentation</vt:lpstr>
      <vt:lpstr>PowerPoint Presentation</vt:lpstr>
      <vt:lpstr>PowerPoint Presentation</vt:lpstr>
      <vt:lpstr>Execution Plan</vt:lpstr>
      <vt:lpstr>PowerPoint Presentation</vt:lpstr>
      <vt:lpstr>PowerPoint Presentation</vt:lpstr>
      <vt:lpstr>PowerPoint Presentation</vt:lpstr>
      <vt:lpstr>Financial Plan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Tasbirul Alam Abir - Marico Bangladesh Limited</dc:creator>
  <cp:lastModifiedBy>HR Intern – Marico Bangladesh Limited</cp:lastModifiedBy>
  <cp:revision>11</cp:revision>
  <dcterms:created xsi:type="dcterms:W3CDTF">2022-09-21T06:48:25Z</dcterms:created>
  <dcterms:modified xsi:type="dcterms:W3CDTF">2026-10-01T09:21:06Z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c97d63-d641-4b81-b623-f86200cecf98_Enabled">
    <vt:lpwstr>true</vt:lpwstr>
  </property>
  <property fmtid="{D5CDD505-2E9C-101B-9397-08002B2CF9AE}" pid="3" name="MSIP_Label_8cc97d63-d641-4b81-b623-f86200cecf98_SetDate">
    <vt:lpwstr>2022-09-21T09:33:36Z</vt:lpwstr>
  </property>
  <property fmtid="{D5CDD505-2E9C-101B-9397-08002B2CF9AE}" pid="4" name="MSIP_Label_8cc97d63-d641-4b81-b623-f86200cecf98_Method">
    <vt:lpwstr>Privileged</vt:lpwstr>
  </property>
  <property fmtid="{D5CDD505-2E9C-101B-9397-08002B2CF9AE}" pid="5" name="MSIP_Label_8cc97d63-d641-4b81-b623-f86200cecf98_Name">
    <vt:lpwstr>Official - IT</vt:lpwstr>
  </property>
  <property fmtid="{D5CDD505-2E9C-101B-9397-08002B2CF9AE}" pid="6" name="MSIP_Label_8cc97d63-d641-4b81-b623-f86200cecf98_SiteId">
    <vt:lpwstr>5635d8b8-c9b9-4d9a-8a4d-f7cad74dc82a</vt:lpwstr>
  </property>
  <property fmtid="{D5CDD505-2E9C-101B-9397-08002B2CF9AE}" pid="7" name="MSIP_Label_8cc97d63-d641-4b81-b623-f86200cecf98_ActionId">
    <vt:lpwstr>013255e3-e820-42c4-9ea7-24c85e85f3ed</vt:lpwstr>
  </property>
  <property fmtid="{D5CDD505-2E9C-101B-9397-08002B2CF9AE}" pid="8" name="MSIP_Label_8cc97d63-d641-4b81-b623-f86200cecf98_ContentBits">
    <vt:lpwstr>2</vt:lpwstr>
  </property>
</Properties>
</file>